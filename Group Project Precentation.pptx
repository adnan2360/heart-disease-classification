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comments/comment1.xml" ContentType="application/vnd.openxmlformats-officedocument.presentationml.comments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87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9144000" cy="5143500" type="screen16x9"/>
  <p:notesSz cx="6858000" cy="9144000"/>
  <p:embeddedFontLst>
    <p:embeddedFont>
      <p:font typeface="Consolas" panose="020B0609020204030204" pitchFamily="49" charset="0"/>
      <p:regular r:id="rId18"/>
      <p:bold r:id="rId19"/>
      <p:italic r:id="rId20"/>
      <p:boldItalic r:id="rId21"/>
    </p:embeddedFont>
    <p:embeddedFont>
      <p:font typeface="Days One" panose="020B0604020202020204" charset="0"/>
      <p:regular r:id="rId22"/>
    </p:embeddedFont>
    <p:embeddedFont>
      <p:font typeface="DM Sans" pitchFamily="2" charset="0"/>
      <p:regular r:id="rId23"/>
      <p:bold r:id="rId24"/>
      <p:italic r:id="rId25"/>
      <p:boldItalic r:id="rId26"/>
    </p:embeddedFont>
    <p:embeddedFont>
      <p:font typeface="Space Grotesk" panose="020B0604020202020204" charset="0"/>
      <p:regular r:id="rId27"/>
      <p:bold r:id="rId28"/>
    </p:embeddedFont>
    <p:embeddedFont>
      <p:font typeface="Space Grotesk Light" panose="020B0604020202020204" charset="0"/>
      <p:regular r:id="rId29"/>
      <p:bold r:id="rId30"/>
    </p:embeddedFont>
    <p:embeddedFont>
      <p:font typeface="Space Grotesk Medium" panose="020B0604020202020204" charset="0"/>
      <p:regular r:id="rId31"/>
      <p:bold r:id="rId32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Kris Harrison" initials="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3" d="100"/>
          <a:sy n="63" d="100"/>
        </p:scale>
        <p:origin x="115" y="672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font" Target="fonts/font1.fntdata"/><Relationship Id="rId26" Type="http://schemas.openxmlformats.org/officeDocument/2006/relationships/font" Target="fonts/font9.fntdata"/><Relationship Id="rId21" Type="http://schemas.openxmlformats.org/officeDocument/2006/relationships/font" Target="fonts/font4.fntdata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5" Type="http://schemas.openxmlformats.org/officeDocument/2006/relationships/font" Target="fonts/font8.fntdata"/><Relationship Id="rId33" Type="http://schemas.openxmlformats.org/officeDocument/2006/relationships/commentAuthors" Target="commentAuthor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3.fntdata"/><Relationship Id="rId29" Type="http://schemas.openxmlformats.org/officeDocument/2006/relationships/font" Target="fonts/font12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7.fntdata"/><Relationship Id="rId32" Type="http://schemas.openxmlformats.org/officeDocument/2006/relationships/font" Target="fonts/font15.fntdata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6.fntdata"/><Relationship Id="rId28" Type="http://schemas.openxmlformats.org/officeDocument/2006/relationships/font" Target="fonts/font11.fntdata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font" Target="fonts/font2.fntdata"/><Relationship Id="rId31" Type="http://schemas.openxmlformats.org/officeDocument/2006/relationships/font" Target="fonts/font14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5.fntdata"/><Relationship Id="rId27" Type="http://schemas.openxmlformats.org/officeDocument/2006/relationships/font" Target="fonts/font10.fntdata"/><Relationship Id="rId30" Type="http://schemas.openxmlformats.org/officeDocument/2006/relationships/font" Target="fonts/font13.fntdata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comments/comment1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0" dt="2026-05-26T17:59:03.725" idx="1">
    <p:pos x="6000" y="0"/>
    <p:text>so SGD was the best recall score?
0.72</p:text>
  </p:cm>
</p:cmLst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CA"/>
          </a:p>
        </p:txBody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3" name="Google Shape;453;g3e4ac99150f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CA"/>
          </a:p>
        </p:txBody>
      </p:sp>
      <p:sp>
        <p:nvSpPr>
          <p:cNvPr id="454" name="Google Shape;454;g3e4ac99150f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" name="Google Shape;460;g3e4ac99150f_0_85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CA"/>
          </a:p>
        </p:txBody>
      </p:sp>
      <p:sp>
        <p:nvSpPr>
          <p:cNvPr id="461" name="Google Shape;461;g3e4ac99150f_0_85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" name="Google Shape;481;g3e4ac99150f_0_87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CA"/>
          </a:p>
        </p:txBody>
      </p:sp>
      <p:sp>
        <p:nvSpPr>
          <p:cNvPr id="482" name="Google Shape;482;g3e4ac99150f_0_87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2" name="Google Shape;492;g3e4ac99150f_0_105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CA"/>
          </a:p>
        </p:txBody>
      </p:sp>
      <p:sp>
        <p:nvSpPr>
          <p:cNvPr id="493" name="Google Shape;493;g3e4ac99150f_0_105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7" name="Google Shape;507;g3e4ac99150f_0_89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CA"/>
          </a:p>
        </p:txBody>
      </p:sp>
      <p:sp>
        <p:nvSpPr>
          <p:cNvPr id="508" name="Google Shape;508;g3e4ac99150f_0_89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0" name="Google Shape;520;g3e4ac99150f_1_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CA"/>
          </a:p>
        </p:txBody>
      </p:sp>
      <p:sp>
        <p:nvSpPr>
          <p:cNvPr id="521" name="Google Shape;521;g3e4ac99150f_1_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1" name="Google Shape;531;g3e4ac99150f_0_11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CA"/>
          </a:p>
        </p:txBody>
      </p:sp>
      <p:sp>
        <p:nvSpPr>
          <p:cNvPr id="532" name="Google Shape;532;g3e4ac99150f_0_113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4" name="Google Shape;544;g3e4ac99150f_0_114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CA"/>
          </a:p>
        </p:txBody>
      </p:sp>
      <p:sp>
        <p:nvSpPr>
          <p:cNvPr id="545" name="Google Shape;545;g3e4ac99150f_0_114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4" name="Google Shape;554;g3e4ac99150f_0_110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CA"/>
          </a:p>
        </p:txBody>
      </p:sp>
      <p:sp>
        <p:nvSpPr>
          <p:cNvPr id="555" name="Google Shape;555;g3e4ac99150f_0_110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4" name="Google Shape;564;g3e4ac99150f_0_11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CA"/>
          </a:p>
        </p:txBody>
      </p:sp>
      <p:sp>
        <p:nvSpPr>
          <p:cNvPr id="565" name="Google Shape;565;g3e4ac99150f_0_11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6" name="Google Shape;576;g3e4ac99150f_3_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CA"/>
          </a:p>
        </p:txBody>
      </p:sp>
      <p:sp>
        <p:nvSpPr>
          <p:cNvPr id="577" name="Google Shape;577;g3e4ac99150f_3_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6" name="Google Shape;586;g3e4ac99150f_3_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CA"/>
          </a:p>
        </p:txBody>
      </p:sp>
      <p:sp>
        <p:nvSpPr>
          <p:cNvPr id="587" name="Google Shape;587;g3e4ac99150f_3_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6" name="Google Shape;596;g3e4ac99150f_0_11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CA"/>
          </a:p>
        </p:txBody>
      </p:sp>
      <p:sp>
        <p:nvSpPr>
          <p:cNvPr id="597" name="Google Shape;597;g3e4ac99150f_0_11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5" name="Google Shape;605;g3e4ac99150f_0_95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CA"/>
          </a:p>
        </p:txBody>
      </p:sp>
      <p:sp>
        <p:nvSpPr>
          <p:cNvPr id="606" name="Google Shape;606;g3e4ac99150f_0_95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6" name="Google Shape;616;g3e4ac99150f_0_97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CA"/>
          </a:p>
        </p:txBody>
      </p:sp>
      <p:sp>
        <p:nvSpPr>
          <p:cNvPr id="617" name="Google Shape;617;g3e4ac99150f_0_97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 - Alt 1">
  <p:cSld name="TITLE_1_2">
    <p:bg>
      <p:bgPr>
        <a:solidFill>
          <a:schemeClr val="dk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title"/>
          </p:nvPr>
        </p:nvSpPr>
        <p:spPr>
          <a:xfrm>
            <a:off x="716836" y="2603560"/>
            <a:ext cx="7775700" cy="8652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500"/>
              <a:buFont typeface="Space Grotesk"/>
              <a:buNone/>
              <a:defRPr sz="3500">
                <a:highlight>
                  <a:schemeClr val="accent2"/>
                </a:highlight>
                <a:latin typeface="Space Grotesk"/>
                <a:ea typeface="Space Grotesk"/>
                <a:cs typeface="Space Grotesk"/>
                <a:sym typeface="Space Grotesk"/>
              </a:defRPr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900"/>
              <a:buFont typeface="Space Grotesk"/>
              <a:buNone/>
              <a:defRPr sz="3900">
                <a:highlight>
                  <a:schemeClr val="accent2"/>
                </a:highlight>
                <a:latin typeface="Space Grotesk"/>
                <a:ea typeface="Space Grotesk"/>
                <a:cs typeface="Space Grotesk"/>
                <a:sym typeface="Space Grotesk"/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900"/>
              <a:buFont typeface="Space Grotesk"/>
              <a:buNone/>
              <a:defRPr sz="3900">
                <a:highlight>
                  <a:schemeClr val="accent2"/>
                </a:highlight>
                <a:latin typeface="Space Grotesk"/>
                <a:ea typeface="Space Grotesk"/>
                <a:cs typeface="Space Grotesk"/>
                <a:sym typeface="Space Grotesk"/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900"/>
              <a:buFont typeface="Space Grotesk"/>
              <a:buNone/>
              <a:defRPr sz="3900">
                <a:highlight>
                  <a:schemeClr val="accent2"/>
                </a:highlight>
                <a:latin typeface="Space Grotesk"/>
                <a:ea typeface="Space Grotesk"/>
                <a:cs typeface="Space Grotesk"/>
                <a:sym typeface="Space Grotesk"/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900"/>
              <a:buFont typeface="Space Grotesk"/>
              <a:buNone/>
              <a:defRPr sz="3900">
                <a:highlight>
                  <a:schemeClr val="accent2"/>
                </a:highlight>
                <a:latin typeface="Space Grotesk"/>
                <a:ea typeface="Space Grotesk"/>
                <a:cs typeface="Space Grotesk"/>
                <a:sym typeface="Space Grotesk"/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900"/>
              <a:buFont typeface="Space Grotesk"/>
              <a:buNone/>
              <a:defRPr sz="3900">
                <a:highlight>
                  <a:schemeClr val="accent2"/>
                </a:highlight>
                <a:latin typeface="Space Grotesk"/>
                <a:ea typeface="Space Grotesk"/>
                <a:cs typeface="Space Grotesk"/>
                <a:sym typeface="Space Grotesk"/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900"/>
              <a:buFont typeface="Space Grotesk"/>
              <a:buNone/>
              <a:defRPr sz="3900">
                <a:highlight>
                  <a:schemeClr val="accent2"/>
                </a:highlight>
                <a:latin typeface="Space Grotesk"/>
                <a:ea typeface="Space Grotesk"/>
                <a:cs typeface="Space Grotesk"/>
                <a:sym typeface="Space Grotesk"/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900"/>
              <a:buFont typeface="Space Grotesk"/>
              <a:buNone/>
              <a:defRPr sz="3900">
                <a:highlight>
                  <a:schemeClr val="accent2"/>
                </a:highlight>
                <a:latin typeface="Space Grotesk"/>
                <a:ea typeface="Space Grotesk"/>
                <a:cs typeface="Space Grotesk"/>
                <a:sym typeface="Space Grotesk"/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900"/>
              <a:buFont typeface="Space Grotesk"/>
              <a:buNone/>
              <a:defRPr sz="3900">
                <a:highlight>
                  <a:schemeClr val="accent2"/>
                </a:highlight>
                <a:latin typeface="Space Grotesk"/>
                <a:ea typeface="Space Grotesk"/>
                <a:cs typeface="Space Grotesk"/>
                <a:sym typeface="Space Grotesk"/>
              </a:defRPr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title" idx="2"/>
          </p:nvPr>
        </p:nvSpPr>
        <p:spPr>
          <a:xfrm>
            <a:off x="699978" y="4174219"/>
            <a:ext cx="4909500" cy="3303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Space Grotesk Medium"/>
              <a:buNone/>
              <a:defRPr sz="1500">
                <a:solidFill>
                  <a:schemeClr val="l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Space Grotesk Medium"/>
              <a:buNone/>
              <a:defRPr sz="1500">
                <a:solidFill>
                  <a:schemeClr val="lt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Space Grotesk Medium"/>
              <a:buNone/>
              <a:defRPr sz="1500">
                <a:solidFill>
                  <a:schemeClr val="lt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Space Grotesk Medium"/>
              <a:buNone/>
              <a:defRPr sz="1500">
                <a:solidFill>
                  <a:schemeClr val="lt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Space Grotesk Medium"/>
              <a:buNone/>
              <a:defRPr sz="1500">
                <a:solidFill>
                  <a:schemeClr val="lt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Space Grotesk Medium"/>
              <a:buNone/>
              <a:defRPr sz="1500">
                <a:solidFill>
                  <a:schemeClr val="lt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Space Grotesk Medium"/>
              <a:buNone/>
              <a:defRPr sz="1500">
                <a:solidFill>
                  <a:schemeClr val="lt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Space Grotesk Medium"/>
              <a:buNone/>
              <a:defRPr sz="1500">
                <a:solidFill>
                  <a:schemeClr val="lt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Space Grotesk Medium"/>
              <a:buNone/>
              <a:defRPr sz="1500">
                <a:solidFill>
                  <a:schemeClr val="lt2"/>
                </a:solidFill>
              </a:defRPr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title" idx="3"/>
          </p:nvPr>
        </p:nvSpPr>
        <p:spPr>
          <a:xfrm>
            <a:off x="716836" y="3459250"/>
            <a:ext cx="7673400" cy="6783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500"/>
              <a:buFont typeface="Space Grotesk"/>
              <a:buNone/>
              <a:defRPr sz="3500">
                <a:highlight>
                  <a:schemeClr val="accent4"/>
                </a:highlight>
                <a:latin typeface="Space Grotesk"/>
                <a:ea typeface="Space Grotesk"/>
                <a:cs typeface="Space Grotesk"/>
                <a:sym typeface="Space Grotesk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900"/>
              <a:buFont typeface="Space Grotesk"/>
              <a:buNone/>
              <a:defRPr sz="3900">
                <a:highlight>
                  <a:schemeClr val="accent4"/>
                </a:highlight>
                <a:latin typeface="Space Grotesk"/>
                <a:ea typeface="Space Grotesk"/>
                <a:cs typeface="Space Grotesk"/>
                <a:sym typeface="Space Grotesk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3900"/>
              <a:buFont typeface="Space Grotesk"/>
              <a:buNone/>
              <a:defRPr sz="3900">
                <a:highlight>
                  <a:schemeClr val="accent4"/>
                </a:highlight>
                <a:latin typeface="Space Grotesk"/>
                <a:ea typeface="Space Grotesk"/>
                <a:cs typeface="Space Grotesk"/>
                <a:sym typeface="Space Grotesk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3900"/>
              <a:buFont typeface="Space Grotesk"/>
              <a:buNone/>
              <a:defRPr sz="3900">
                <a:highlight>
                  <a:schemeClr val="accent4"/>
                </a:highlight>
                <a:latin typeface="Space Grotesk"/>
                <a:ea typeface="Space Grotesk"/>
                <a:cs typeface="Space Grotesk"/>
                <a:sym typeface="Space Grotesk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3900"/>
              <a:buFont typeface="Space Grotesk"/>
              <a:buNone/>
              <a:defRPr sz="3900">
                <a:highlight>
                  <a:schemeClr val="accent4"/>
                </a:highlight>
                <a:latin typeface="Space Grotesk"/>
                <a:ea typeface="Space Grotesk"/>
                <a:cs typeface="Space Grotesk"/>
                <a:sym typeface="Space Grotesk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3900"/>
              <a:buFont typeface="Space Grotesk"/>
              <a:buNone/>
              <a:defRPr sz="3900">
                <a:highlight>
                  <a:schemeClr val="accent4"/>
                </a:highlight>
                <a:latin typeface="Space Grotesk"/>
                <a:ea typeface="Space Grotesk"/>
                <a:cs typeface="Space Grotesk"/>
                <a:sym typeface="Space Grotesk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3900"/>
              <a:buFont typeface="Space Grotesk"/>
              <a:buNone/>
              <a:defRPr sz="3900">
                <a:highlight>
                  <a:schemeClr val="accent4"/>
                </a:highlight>
                <a:latin typeface="Space Grotesk"/>
                <a:ea typeface="Space Grotesk"/>
                <a:cs typeface="Space Grotesk"/>
                <a:sym typeface="Space Grotesk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3900"/>
              <a:buFont typeface="Space Grotesk"/>
              <a:buNone/>
              <a:defRPr sz="3900">
                <a:highlight>
                  <a:schemeClr val="accent4"/>
                </a:highlight>
                <a:latin typeface="Space Grotesk"/>
                <a:ea typeface="Space Grotesk"/>
                <a:cs typeface="Space Grotesk"/>
                <a:sym typeface="Space Grotesk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3900"/>
              <a:buFont typeface="Space Grotesk"/>
              <a:buNone/>
              <a:defRPr sz="3900">
                <a:highlight>
                  <a:schemeClr val="accent4"/>
                </a:highlight>
                <a:latin typeface="Space Grotesk"/>
                <a:ea typeface="Space Grotesk"/>
                <a:cs typeface="Space Grotesk"/>
                <a:sym typeface="Space Grotesk"/>
              </a:defRPr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title" idx="4"/>
          </p:nvPr>
        </p:nvSpPr>
        <p:spPr>
          <a:xfrm>
            <a:off x="699978" y="734269"/>
            <a:ext cx="4299000" cy="1836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None/>
              <a:defRPr sz="7700">
                <a:solidFill>
                  <a:schemeClr val="lt2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None/>
              <a:defRPr sz="3900">
                <a:solidFill>
                  <a:schemeClr val="lt2"/>
                </a:solidFill>
                <a:highlight>
                  <a:schemeClr val="accent5"/>
                </a:highlight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None/>
              <a:defRPr sz="3900">
                <a:solidFill>
                  <a:schemeClr val="lt2"/>
                </a:solidFill>
                <a:highlight>
                  <a:schemeClr val="accent5"/>
                </a:highlight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None/>
              <a:defRPr sz="3900">
                <a:solidFill>
                  <a:schemeClr val="lt2"/>
                </a:solidFill>
                <a:highlight>
                  <a:schemeClr val="accent5"/>
                </a:highlight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None/>
              <a:defRPr sz="3900">
                <a:solidFill>
                  <a:schemeClr val="lt2"/>
                </a:solidFill>
                <a:highlight>
                  <a:schemeClr val="accent5"/>
                </a:highlight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None/>
              <a:defRPr sz="3900">
                <a:solidFill>
                  <a:schemeClr val="lt2"/>
                </a:solidFill>
                <a:highlight>
                  <a:schemeClr val="accent5"/>
                </a:highlight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None/>
              <a:defRPr sz="3900">
                <a:solidFill>
                  <a:schemeClr val="lt2"/>
                </a:solidFill>
                <a:highlight>
                  <a:schemeClr val="accent5"/>
                </a:highlight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None/>
              <a:defRPr sz="3900">
                <a:solidFill>
                  <a:schemeClr val="lt2"/>
                </a:solidFill>
                <a:highlight>
                  <a:schemeClr val="accent5"/>
                </a:highlight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None/>
              <a:defRPr sz="3900">
                <a:solidFill>
                  <a:schemeClr val="lt2"/>
                </a:solidFill>
                <a:highlight>
                  <a:schemeClr val="accent5"/>
                </a:highlight>
              </a:defRPr>
            </a:lvl9pPr>
          </a:lstStyle>
          <a:p>
            <a:endParaRPr/>
          </a:p>
        </p:txBody>
      </p:sp>
      <p:grpSp>
        <p:nvGrpSpPr>
          <p:cNvPr id="14" name="Google Shape;14;p2"/>
          <p:cNvGrpSpPr/>
          <p:nvPr/>
        </p:nvGrpSpPr>
        <p:grpSpPr>
          <a:xfrm>
            <a:off x="6871890" y="501597"/>
            <a:ext cx="139297" cy="110523"/>
            <a:chOff x="2601950" y="1974675"/>
            <a:chExt cx="2474200" cy="1963100"/>
          </a:xfrm>
        </p:grpSpPr>
        <p:sp>
          <p:nvSpPr>
            <p:cNvPr id="15" name="Google Shape;15;p2"/>
            <p:cNvSpPr/>
            <p:nvPr/>
          </p:nvSpPr>
          <p:spPr>
            <a:xfrm>
              <a:off x="2601950" y="1974675"/>
              <a:ext cx="621475" cy="621475"/>
            </a:xfrm>
            <a:custGeom>
              <a:avLst/>
              <a:gdLst/>
              <a:ahLst/>
              <a:cxnLst/>
              <a:rect l="l" t="t" r="r" b="b"/>
              <a:pathLst>
                <a:path w="24859" h="24859" extrusionOk="0">
                  <a:moveTo>
                    <a:pt x="0" y="1"/>
                  </a:moveTo>
                  <a:lnTo>
                    <a:pt x="0" y="24859"/>
                  </a:lnTo>
                  <a:lnTo>
                    <a:pt x="24858" y="24859"/>
                  </a:lnTo>
                  <a:lnTo>
                    <a:pt x="24858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16" name="Google Shape;16;p2"/>
            <p:cNvSpPr/>
            <p:nvPr/>
          </p:nvSpPr>
          <p:spPr>
            <a:xfrm>
              <a:off x="4454675" y="1974675"/>
              <a:ext cx="621475" cy="621475"/>
            </a:xfrm>
            <a:custGeom>
              <a:avLst/>
              <a:gdLst/>
              <a:ahLst/>
              <a:cxnLst/>
              <a:rect l="l" t="t" r="r" b="b"/>
              <a:pathLst>
                <a:path w="24859" h="24859" extrusionOk="0">
                  <a:moveTo>
                    <a:pt x="0" y="1"/>
                  </a:moveTo>
                  <a:lnTo>
                    <a:pt x="0" y="24859"/>
                  </a:lnTo>
                  <a:lnTo>
                    <a:pt x="24858" y="24859"/>
                  </a:lnTo>
                  <a:lnTo>
                    <a:pt x="24858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17" name="Google Shape;17;p2"/>
            <p:cNvSpPr/>
            <p:nvPr/>
          </p:nvSpPr>
          <p:spPr>
            <a:xfrm>
              <a:off x="2601950" y="2903950"/>
              <a:ext cx="621475" cy="621475"/>
            </a:xfrm>
            <a:custGeom>
              <a:avLst/>
              <a:gdLst/>
              <a:ahLst/>
              <a:cxnLst/>
              <a:rect l="l" t="t" r="r" b="b"/>
              <a:pathLst>
                <a:path w="24859" h="24859" extrusionOk="0">
                  <a:moveTo>
                    <a:pt x="0" y="1"/>
                  </a:moveTo>
                  <a:lnTo>
                    <a:pt x="0" y="24858"/>
                  </a:lnTo>
                  <a:lnTo>
                    <a:pt x="24858" y="24858"/>
                  </a:lnTo>
                  <a:lnTo>
                    <a:pt x="24858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18" name="Google Shape;18;p2"/>
            <p:cNvSpPr/>
            <p:nvPr/>
          </p:nvSpPr>
          <p:spPr>
            <a:xfrm>
              <a:off x="2811025" y="3107225"/>
              <a:ext cx="615675" cy="615675"/>
            </a:xfrm>
            <a:custGeom>
              <a:avLst/>
              <a:gdLst/>
              <a:ahLst/>
              <a:cxnLst/>
              <a:rect l="l" t="t" r="r" b="b"/>
              <a:pathLst>
                <a:path w="24627" h="24627" extrusionOk="0">
                  <a:moveTo>
                    <a:pt x="1" y="1"/>
                  </a:moveTo>
                  <a:lnTo>
                    <a:pt x="1" y="24626"/>
                  </a:lnTo>
                  <a:lnTo>
                    <a:pt x="24626" y="24626"/>
                  </a:lnTo>
                  <a:lnTo>
                    <a:pt x="2462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19" name="Google Shape;19;p2"/>
            <p:cNvSpPr/>
            <p:nvPr/>
          </p:nvSpPr>
          <p:spPr>
            <a:xfrm>
              <a:off x="3008500" y="3316325"/>
              <a:ext cx="1759825" cy="621450"/>
            </a:xfrm>
            <a:custGeom>
              <a:avLst/>
              <a:gdLst/>
              <a:ahLst/>
              <a:cxnLst/>
              <a:rect l="l" t="t" r="r" b="b"/>
              <a:pathLst>
                <a:path w="70393" h="24858" extrusionOk="0">
                  <a:moveTo>
                    <a:pt x="0" y="0"/>
                  </a:moveTo>
                  <a:lnTo>
                    <a:pt x="0" y="24858"/>
                  </a:lnTo>
                  <a:lnTo>
                    <a:pt x="70392" y="24858"/>
                  </a:lnTo>
                  <a:lnTo>
                    <a:pt x="70392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20" name="Google Shape;20;p2"/>
            <p:cNvSpPr/>
            <p:nvPr/>
          </p:nvSpPr>
          <p:spPr>
            <a:xfrm>
              <a:off x="4251400" y="3107225"/>
              <a:ext cx="615650" cy="615675"/>
            </a:xfrm>
            <a:custGeom>
              <a:avLst/>
              <a:gdLst/>
              <a:ahLst/>
              <a:cxnLst/>
              <a:rect l="l" t="t" r="r" b="b"/>
              <a:pathLst>
                <a:path w="24626" h="24627" extrusionOk="0">
                  <a:moveTo>
                    <a:pt x="0" y="1"/>
                  </a:moveTo>
                  <a:lnTo>
                    <a:pt x="0" y="24626"/>
                  </a:lnTo>
                  <a:lnTo>
                    <a:pt x="24626" y="24626"/>
                  </a:lnTo>
                  <a:lnTo>
                    <a:pt x="2462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21" name="Google Shape;21;p2"/>
            <p:cNvSpPr/>
            <p:nvPr/>
          </p:nvSpPr>
          <p:spPr>
            <a:xfrm>
              <a:off x="4454675" y="2903950"/>
              <a:ext cx="621475" cy="621475"/>
            </a:xfrm>
            <a:custGeom>
              <a:avLst/>
              <a:gdLst/>
              <a:ahLst/>
              <a:cxnLst/>
              <a:rect l="l" t="t" r="r" b="b"/>
              <a:pathLst>
                <a:path w="24859" h="24859" extrusionOk="0">
                  <a:moveTo>
                    <a:pt x="0" y="1"/>
                  </a:moveTo>
                  <a:lnTo>
                    <a:pt x="0" y="24858"/>
                  </a:lnTo>
                  <a:lnTo>
                    <a:pt x="24858" y="24858"/>
                  </a:lnTo>
                  <a:lnTo>
                    <a:pt x="24858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</p:grpSp>
      <p:grpSp>
        <p:nvGrpSpPr>
          <p:cNvPr id="22" name="Google Shape;22;p2"/>
          <p:cNvGrpSpPr/>
          <p:nvPr/>
        </p:nvGrpSpPr>
        <p:grpSpPr>
          <a:xfrm>
            <a:off x="7517552" y="1728897"/>
            <a:ext cx="139297" cy="110523"/>
            <a:chOff x="2601950" y="1974675"/>
            <a:chExt cx="2474200" cy="1963100"/>
          </a:xfrm>
        </p:grpSpPr>
        <p:sp>
          <p:nvSpPr>
            <p:cNvPr id="23" name="Google Shape;23;p2"/>
            <p:cNvSpPr/>
            <p:nvPr/>
          </p:nvSpPr>
          <p:spPr>
            <a:xfrm>
              <a:off x="2601950" y="1974675"/>
              <a:ext cx="621475" cy="621475"/>
            </a:xfrm>
            <a:custGeom>
              <a:avLst/>
              <a:gdLst/>
              <a:ahLst/>
              <a:cxnLst/>
              <a:rect l="l" t="t" r="r" b="b"/>
              <a:pathLst>
                <a:path w="24859" h="24859" extrusionOk="0">
                  <a:moveTo>
                    <a:pt x="0" y="1"/>
                  </a:moveTo>
                  <a:lnTo>
                    <a:pt x="0" y="24859"/>
                  </a:lnTo>
                  <a:lnTo>
                    <a:pt x="24858" y="24859"/>
                  </a:lnTo>
                  <a:lnTo>
                    <a:pt x="24858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24" name="Google Shape;24;p2"/>
            <p:cNvSpPr/>
            <p:nvPr/>
          </p:nvSpPr>
          <p:spPr>
            <a:xfrm>
              <a:off x="4454675" y="1974675"/>
              <a:ext cx="621475" cy="621475"/>
            </a:xfrm>
            <a:custGeom>
              <a:avLst/>
              <a:gdLst/>
              <a:ahLst/>
              <a:cxnLst/>
              <a:rect l="l" t="t" r="r" b="b"/>
              <a:pathLst>
                <a:path w="24859" h="24859" extrusionOk="0">
                  <a:moveTo>
                    <a:pt x="0" y="1"/>
                  </a:moveTo>
                  <a:lnTo>
                    <a:pt x="0" y="24859"/>
                  </a:lnTo>
                  <a:lnTo>
                    <a:pt x="24858" y="24859"/>
                  </a:lnTo>
                  <a:lnTo>
                    <a:pt x="24858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25" name="Google Shape;25;p2"/>
            <p:cNvSpPr/>
            <p:nvPr/>
          </p:nvSpPr>
          <p:spPr>
            <a:xfrm>
              <a:off x="2601950" y="2903950"/>
              <a:ext cx="621475" cy="621475"/>
            </a:xfrm>
            <a:custGeom>
              <a:avLst/>
              <a:gdLst/>
              <a:ahLst/>
              <a:cxnLst/>
              <a:rect l="l" t="t" r="r" b="b"/>
              <a:pathLst>
                <a:path w="24859" h="24859" extrusionOk="0">
                  <a:moveTo>
                    <a:pt x="0" y="1"/>
                  </a:moveTo>
                  <a:lnTo>
                    <a:pt x="0" y="24858"/>
                  </a:lnTo>
                  <a:lnTo>
                    <a:pt x="24858" y="24858"/>
                  </a:lnTo>
                  <a:lnTo>
                    <a:pt x="24858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26" name="Google Shape;26;p2"/>
            <p:cNvSpPr/>
            <p:nvPr/>
          </p:nvSpPr>
          <p:spPr>
            <a:xfrm>
              <a:off x="2811025" y="3107225"/>
              <a:ext cx="615675" cy="615675"/>
            </a:xfrm>
            <a:custGeom>
              <a:avLst/>
              <a:gdLst/>
              <a:ahLst/>
              <a:cxnLst/>
              <a:rect l="l" t="t" r="r" b="b"/>
              <a:pathLst>
                <a:path w="24627" h="24627" extrusionOk="0">
                  <a:moveTo>
                    <a:pt x="1" y="1"/>
                  </a:moveTo>
                  <a:lnTo>
                    <a:pt x="1" y="24626"/>
                  </a:lnTo>
                  <a:lnTo>
                    <a:pt x="24626" y="24626"/>
                  </a:lnTo>
                  <a:lnTo>
                    <a:pt x="2462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27" name="Google Shape;27;p2"/>
            <p:cNvSpPr/>
            <p:nvPr/>
          </p:nvSpPr>
          <p:spPr>
            <a:xfrm>
              <a:off x="3008500" y="3316325"/>
              <a:ext cx="1759825" cy="621450"/>
            </a:xfrm>
            <a:custGeom>
              <a:avLst/>
              <a:gdLst/>
              <a:ahLst/>
              <a:cxnLst/>
              <a:rect l="l" t="t" r="r" b="b"/>
              <a:pathLst>
                <a:path w="70393" h="24858" extrusionOk="0">
                  <a:moveTo>
                    <a:pt x="0" y="0"/>
                  </a:moveTo>
                  <a:lnTo>
                    <a:pt x="0" y="24858"/>
                  </a:lnTo>
                  <a:lnTo>
                    <a:pt x="70392" y="24858"/>
                  </a:lnTo>
                  <a:lnTo>
                    <a:pt x="70392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28" name="Google Shape;28;p2"/>
            <p:cNvSpPr/>
            <p:nvPr/>
          </p:nvSpPr>
          <p:spPr>
            <a:xfrm>
              <a:off x="4251400" y="3107225"/>
              <a:ext cx="615650" cy="615675"/>
            </a:xfrm>
            <a:custGeom>
              <a:avLst/>
              <a:gdLst/>
              <a:ahLst/>
              <a:cxnLst/>
              <a:rect l="l" t="t" r="r" b="b"/>
              <a:pathLst>
                <a:path w="24626" h="24627" extrusionOk="0">
                  <a:moveTo>
                    <a:pt x="0" y="1"/>
                  </a:moveTo>
                  <a:lnTo>
                    <a:pt x="0" y="24626"/>
                  </a:lnTo>
                  <a:lnTo>
                    <a:pt x="24626" y="24626"/>
                  </a:lnTo>
                  <a:lnTo>
                    <a:pt x="2462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29" name="Google Shape;29;p2"/>
            <p:cNvSpPr/>
            <p:nvPr/>
          </p:nvSpPr>
          <p:spPr>
            <a:xfrm>
              <a:off x="4454675" y="2903950"/>
              <a:ext cx="621475" cy="621475"/>
            </a:xfrm>
            <a:custGeom>
              <a:avLst/>
              <a:gdLst/>
              <a:ahLst/>
              <a:cxnLst/>
              <a:rect l="l" t="t" r="r" b="b"/>
              <a:pathLst>
                <a:path w="24859" h="24859" extrusionOk="0">
                  <a:moveTo>
                    <a:pt x="0" y="1"/>
                  </a:moveTo>
                  <a:lnTo>
                    <a:pt x="0" y="24858"/>
                  </a:lnTo>
                  <a:lnTo>
                    <a:pt x="24858" y="24858"/>
                  </a:lnTo>
                  <a:lnTo>
                    <a:pt x="24858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</p:grpSp>
      <p:grpSp>
        <p:nvGrpSpPr>
          <p:cNvPr id="30" name="Google Shape;30;p2"/>
          <p:cNvGrpSpPr/>
          <p:nvPr/>
        </p:nvGrpSpPr>
        <p:grpSpPr>
          <a:xfrm>
            <a:off x="4265152" y="4275922"/>
            <a:ext cx="139297" cy="110523"/>
            <a:chOff x="2601950" y="1974675"/>
            <a:chExt cx="2474200" cy="1963100"/>
          </a:xfrm>
        </p:grpSpPr>
        <p:sp>
          <p:nvSpPr>
            <p:cNvPr id="31" name="Google Shape;31;p2"/>
            <p:cNvSpPr/>
            <p:nvPr/>
          </p:nvSpPr>
          <p:spPr>
            <a:xfrm>
              <a:off x="2601950" y="1974675"/>
              <a:ext cx="621475" cy="621475"/>
            </a:xfrm>
            <a:custGeom>
              <a:avLst/>
              <a:gdLst/>
              <a:ahLst/>
              <a:cxnLst/>
              <a:rect l="l" t="t" r="r" b="b"/>
              <a:pathLst>
                <a:path w="24859" h="24859" extrusionOk="0">
                  <a:moveTo>
                    <a:pt x="0" y="1"/>
                  </a:moveTo>
                  <a:lnTo>
                    <a:pt x="0" y="24859"/>
                  </a:lnTo>
                  <a:lnTo>
                    <a:pt x="24858" y="24859"/>
                  </a:lnTo>
                  <a:lnTo>
                    <a:pt x="24858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32" name="Google Shape;32;p2"/>
            <p:cNvSpPr/>
            <p:nvPr/>
          </p:nvSpPr>
          <p:spPr>
            <a:xfrm>
              <a:off x="4454675" y="1974675"/>
              <a:ext cx="621475" cy="621475"/>
            </a:xfrm>
            <a:custGeom>
              <a:avLst/>
              <a:gdLst/>
              <a:ahLst/>
              <a:cxnLst/>
              <a:rect l="l" t="t" r="r" b="b"/>
              <a:pathLst>
                <a:path w="24859" h="24859" extrusionOk="0">
                  <a:moveTo>
                    <a:pt x="0" y="1"/>
                  </a:moveTo>
                  <a:lnTo>
                    <a:pt x="0" y="24859"/>
                  </a:lnTo>
                  <a:lnTo>
                    <a:pt x="24858" y="24859"/>
                  </a:lnTo>
                  <a:lnTo>
                    <a:pt x="24858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33" name="Google Shape;33;p2"/>
            <p:cNvSpPr/>
            <p:nvPr/>
          </p:nvSpPr>
          <p:spPr>
            <a:xfrm>
              <a:off x="2601950" y="2903950"/>
              <a:ext cx="621475" cy="621475"/>
            </a:xfrm>
            <a:custGeom>
              <a:avLst/>
              <a:gdLst/>
              <a:ahLst/>
              <a:cxnLst/>
              <a:rect l="l" t="t" r="r" b="b"/>
              <a:pathLst>
                <a:path w="24859" h="24859" extrusionOk="0">
                  <a:moveTo>
                    <a:pt x="0" y="1"/>
                  </a:moveTo>
                  <a:lnTo>
                    <a:pt x="0" y="24858"/>
                  </a:lnTo>
                  <a:lnTo>
                    <a:pt x="24858" y="24858"/>
                  </a:lnTo>
                  <a:lnTo>
                    <a:pt x="24858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34" name="Google Shape;34;p2"/>
            <p:cNvSpPr/>
            <p:nvPr/>
          </p:nvSpPr>
          <p:spPr>
            <a:xfrm>
              <a:off x="2811025" y="3107225"/>
              <a:ext cx="615675" cy="615675"/>
            </a:xfrm>
            <a:custGeom>
              <a:avLst/>
              <a:gdLst/>
              <a:ahLst/>
              <a:cxnLst/>
              <a:rect l="l" t="t" r="r" b="b"/>
              <a:pathLst>
                <a:path w="24627" h="24627" extrusionOk="0">
                  <a:moveTo>
                    <a:pt x="1" y="1"/>
                  </a:moveTo>
                  <a:lnTo>
                    <a:pt x="1" y="24626"/>
                  </a:lnTo>
                  <a:lnTo>
                    <a:pt x="24626" y="24626"/>
                  </a:lnTo>
                  <a:lnTo>
                    <a:pt x="24626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35" name="Google Shape;35;p2"/>
            <p:cNvSpPr/>
            <p:nvPr/>
          </p:nvSpPr>
          <p:spPr>
            <a:xfrm>
              <a:off x="3008500" y="3316325"/>
              <a:ext cx="1759825" cy="621450"/>
            </a:xfrm>
            <a:custGeom>
              <a:avLst/>
              <a:gdLst/>
              <a:ahLst/>
              <a:cxnLst/>
              <a:rect l="l" t="t" r="r" b="b"/>
              <a:pathLst>
                <a:path w="70393" h="24858" extrusionOk="0">
                  <a:moveTo>
                    <a:pt x="0" y="0"/>
                  </a:moveTo>
                  <a:lnTo>
                    <a:pt x="0" y="24858"/>
                  </a:lnTo>
                  <a:lnTo>
                    <a:pt x="70392" y="24858"/>
                  </a:lnTo>
                  <a:lnTo>
                    <a:pt x="70392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36" name="Google Shape;36;p2"/>
            <p:cNvSpPr/>
            <p:nvPr/>
          </p:nvSpPr>
          <p:spPr>
            <a:xfrm>
              <a:off x="4251400" y="3107225"/>
              <a:ext cx="615650" cy="615675"/>
            </a:xfrm>
            <a:custGeom>
              <a:avLst/>
              <a:gdLst/>
              <a:ahLst/>
              <a:cxnLst/>
              <a:rect l="l" t="t" r="r" b="b"/>
              <a:pathLst>
                <a:path w="24626" h="24627" extrusionOk="0">
                  <a:moveTo>
                    <a:pt x="0" y="1"/>
                  </a:moveTo>
                  <a:lnTo>
                    <a:pt x="0" y="24626"/>
                  </a:lnTo>
                  <a:lnTo>
                    <a:pt x="24626" y="24626"/>
                  </a:lnTo>
                  <a:lnTo>
                    <a:pt x="24626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37" name="Google Shape;37;p2"/>
            <p:cNvSpPr/>
            <p:nvPr/>
          </p:nvSpPr>
          <p:spPr>
            <a:xfrm>
              <a:off x="4454675" y="2903950"/>
              <a:ext cx="621475" cy="621475"/>
            </a:xfrm>
            <a:custGeom>
              <a:avLst/>
              <a:gdLst/>
              <a:ahLst/>
              <a:cxnLst/>
              <a:rect l="l" t="t" r="r" b="b"/>
              <a:pathLst>
                <a:path w="24859" h="24859" extrusionOk="0">
                  <a:moveTo>
                    <a:pt x="0" y="1"/>
                  </a:moveTo>
                  <a:lnTo>
                    <a:pt x="0" y="24858"/>
                  </a:lnTo>
                  <a:lnTo>
                    <a:pt x="24858" y="24858"/>
                  </a:lnTo>
                  <a:lnTo>
                    <a:pt x="24858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</p:grp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59">
          <p15:clr>
            <a:srgbClr val="E46962"/>
          </p15:clr>
        </p15:guide>
        <p15:guide id="2" pos="159">
          <p15:clr>
            <a:srgbClr val="E46962"/>
          </p15:clr>
        </p15:guide>
        <p15:guide id="3" orient="horz" pos="2772">
          <p15:clr>
            <a:srgbClr val="E46962"/>
          </p15:clr>
        </p15:guide>
        <p15:guide id="4" pos="5292">
          <p15:clr>
            <a:srgbClr val="E46962"/>
          </p15:clr>
        </p15:guide>
        <p15:guide id="5" pos="468">
          <p15:clr>
            <a:srgbClr val="E46962"/>
          </p15:clr>
        </p15:guide>
        <p15:guide id="6" pos="5601">
          <p15:clr>
            <a:srgbClr val="E46962"/>
          </p15:clr>
        </p15:guide>
        <p15:guide id="7" orient="horz" pos="468">
          <p15:clr>
            <a:srgbClr val="E46962"/>
          </p15:clr>
        </p15:guide>
        <p15:guide id="8" orient="horz" pos="3081">
          <p15:clr>
            <a:srgbClr val="E46962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 - Alt 1">
  <p:cSld name="BLANK_1_1_1_1_1_1_1">
    <p:bg>
      <p:bgPr>
        <a:solidFill>
          <a:schemeClr val="dk1"/>
        </a:solidFill>
        <a:effectLst/>
      </p:bgPr>
    </p:bg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9" name="Google Shape;39;p3"/>
          <p:cNvGrpSpPr/>
          <p:nvPr/>
        </p:nvGrpSpPr>
        <p:grpSpPr>
          <a:xfrm>
            <a:off x="0" y="0"/>
            <a:ext cx="9144000" cy="2859050"/>
            <a:chOff x="0" y="0"/>
            <a:chExt cx="9144000" cy="2859050"/>
          </a:xfrm>
        </p:grpSpPr>
        <p:grpSp>
          <p:nvGrpSpPr>
            <p:cNvPr id="40" name="Google Shape;40;p3"/>
            <p:cNvGrpSpPr/>
            <p:nvPr/>
          </p:nvGrpSpPr>
          <p:grpSpPr>
            <a:xfrm>
              <a:off x="2700100" y="175"/>
              <a:ext cx="6443900" cy="2858875"/>
              <a:chOff x="2700100" y="175"/>
              <a:chExt cx="6443900" cy="2858875"/>
            </a:xfrm>
          </p:grpSpPr>
          <p:sp>
            <p:nvSpPr>
              <p:cNvPr id="41" name="Google Shape;41;p3"/>
              <p:cNvSpPr/>
              <p:nvPr/>
            </p:nvSpPr>
            <p:spPr>
              <a:xfrm>
                <a:off x="2700100" y="1225675"/>
                <a:ext cx="783600" cy="903600"/>
              </a:xfrm>
              <a:prstGeom prst="rect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chemeClr val="dk1"/>
                  </a:solidFill>
                  <a:latin typeface="Space Grotesk Medium"/>
                  <a:ea typeface="Space Grotesk Medium"/>
                  <a:cs typeface="Space Grotesk Medium"/>
                  <a:sym typeface="Space Grotesk Medium"/>
                </a:endParaRPr>
              </a:p>
            </p:txBody>
          </p:sp>
          <p:sp>
            <p:nvSpPr>
              <p:cNvPr id="42" name="Google Shape;42;p3"/>
              <p:cNvSpPr/>
              <p:nvPr/>
            </p:nvSpPr>
            <p:spPr>
              <a:xfrm>
                <a:off x="3463000" y="1250450"/>
                <a:ext cx="1434000" cy="1608600"/>
              </a:xfrm>
              <a:prstGeom prst="rect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chemeClr val="dk1"/>
                  </a:solidFill>
                  <a:latin typeface="Space Grotesk Medium"/>
                  <a:ea typeface="Space Grotesk Medium"/>
                  <a:cs typeface="Space Grotesk Medium"/>
                  <a:sym typeface="Space Grotesk Medium"/>
                </a:endParaRPr>
              </a:p>
            </p:txBody>
          </p:sp>
          <p:sp>
            <p:nvSpPr>
              <p:cNvPr id="43" name="Google Shape;43;p3"/>
              <p:cNvSpPr/>
              <p:nvPr/>
            </p:nvSpPr>
            <p:spPr>
              <a:xfrm>
                <a:off x="4636475" y="175"/>
                <a:ext cx="1659300" cy="1398900"/>
              </a:xfrm>
              <a:prstGeom prst="rect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chemeClr val="dk1"/>
                  </a:solidFill>
                  <a:latin typeface="Space Grotesk Medium"/>
                  <a:ea typeface="Space Grotesk Medium"/>
                  <a:cs typeface="Space Grotesk Medium"/>
                  <a:sym typeface="Space Grotesk Medium"/>
                </a:endParaRPr>
              </a:p>
            </p:txBody>
          </p:sp>
          <p:sp>
            <p:nvSpPr>
              <p:cNvPr id="44" name="Google Shape;44;p3"/>
              <p:cNvSpPr/>
              <p:nvPr/>
            </p:nvSpPr>
            <p:spPr>
              <a:xfrm>
                <a:off x="6295800" y="1399075"/>
                <a:ext cx="783600" cy="730200"/>
              </a:xfrm>
              <a:prstGeom prst="rect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chemeClr val="dk1"/>
                  </a:solidFill>
                  <a:latin typeface="Space Grotesk Medium"/>
                  <a:ea typeface="Space Grotesk Medium"/>
                  <a:cs typeface="Space Grotesk Medium"/>
                  <a:sym typeface="Space Grotesk Medium"/>
                </a:endParaRPr>
              </a:p>
            </p:txBody>
          </p:sp>
          <p:sp>
            <p:nvSpPr>
              <p:cNvPr id="45" name="Google Shape;45;p3"/>
              <p:cNvSpPr/>
              <p:nvPr/>
            </p:nvSpPr>
            <p:spPr>
              <a:xfrm>
                <a:off x="7745100" y="175"/>
                <a:ext cx="1398900" cy="1398900"/>
              </a:xfrm>
              <a:prstGeom prst="rect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chemeClr val="dk1"/>
                  </a:solidFill>
                  <a:latin typeface="Space Grotesk Medium"/>
                  <a:ea typeface="Space Grotesk Medium"/>
                  <a:cs typeface="Space Grotesk Medium"/>
                  <a:sym typeface="Space Grotesk Medium"/>
                </a:endParaRPr>
              </a:p>
            </p:txBody>
          </p:sp>
          <p:sp>
            <p:nvSpPr>
              <p:cNvPr id="46" name="Google Shape;46;p3"/>
              <p:cNvSpPr/>
              <p:nvPr/>
            </p:nvSpPr>
            <p:spPr>
              <a:xfrm>
                <a:off x="6961500" y="175"/>
                <a:ext cx="866100" cy="730200"/>
              </a:xfrm>
              <a:prstGeom prst="rect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chemeClr val="dk1"/>
                  </a:solidFill>
                  <a:latin typeface="Space Grotesk Medium"/>
                  <a:ea typeface="Space Grotesk Medium"/>
                  <a:cs typeface="Space Grotesk Medium"/>
                  <a:sym typeface="Space Grotesk Medium"/>
                </a:endParaRPr>
              </a:p>
            </p:txBody>
          </p:sp>
        </p:grpSp>
        <p:grpSp>
          <p:nvGrpSpPr>
            <p:cNvPr id="47" name="Google Shape;47;p3"/>
            <p:cNvGrpSpPr/>
            <p:nvPr/>
          </p:nvGrpSpPr>
          <p:grpSpPr>
            <a:xfrm>
              <a:off x="0" y="0"/>
              <a:ext cx="4896900" cy="2797700"/>
              <a:chOff x="0" y="0"/>
              <a:chExt cx="4896900" cy="2797700"/>
            </a:xfrm>
          </p:grpSpPr>
          <p:sp>
            <p:nvSpPr>
              <p:cNvPr id="48" name="Google Shape;48;p3"/>
              <p:cNvSpPr/>
              <p:nvPr/>
            </p:nvSpPr>
            <p:spPr>
              <a:xfrm>
                <a:off x="0" y="1398800"/>
                <a:ext cx="1398900" cy="1398900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chemeClr val="dk1"/>
                  </a:solidFill>
                  <a:latin typeface="Space Grotesk Medium"/>
                  <a:ea typeface="Space Grotesk Medium"/>
                  <a:cs typeface="Space Grotesk Medium"/>
                  <a:sym typeface="Space Grotesk Medium"/>
                </a:endParaRPr>
              </a:p>
            </p:txBody>
          </p:sp>
          <p:sp>
            <p:nvSpPr>
              <p:cNvPr id="49" name="Google Shape;49;p3"/>
              <p:cNvSpPr/>
              <p:nvPr/>
            </p:nvSpPr>
            <p:spPr>
              <a:xfrm>
                <a:off x="1398900" y="0"/>
                <a:ext cx="3498000" cy="1398900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chemeClr val="dk1"/>
                  </a:solidFill>
                  <a:latin typeface="Space Grotesk Medium"/>
                  <a:ea typeface="Space Grotesk Medium"/>
                  <a:cs typeface="Space Grotesk Medium"/>
                  <a:sym typeface="Space Grotesk Medium"/>
                </a:endParaRPr>
              </a:p>
            </p:txBody>
          </p:sp>
        </p:grpSp>
      </p:grpSp>
      <p:sp>
        <p:nvSpPr>
          <p:cNvPr id="50" name="Google Shape;50;p3"/>
          <p:cNvSpPr txBox="1">
            <a:spLocks noGrp="1"/>
          </p:cNvSpPr>
          <p:nvPr>
            <p:ph type="subTitle" idx="1"/>
          </p:nvPr>
        </p:nvSpPr>
        <p:spPr>
          <a:xfrm>
            <a:off x="1821150" y="252600"/>
            <a:ext cx="2653500" cy="903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None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pace Grotesk Medium"/>
              <a:buNone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pace Grotesk Medium"/>
              <a:buNone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pace Grotesk Medium"/>
              <a:buNone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pace Grotesk Medium"/>
              <a:buNone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pace Grotesk Medium"/>
              <a:buNone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pace Grotesk Medium"/>
              <a:buNone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pace Grotesk Medium"/>
              <a:buNone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pace Grotesk Medium"/>
              <a:buNone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9pPr>
          </a:lstStyle>
          <a:p>
            <a:endParaRPr/>
          </a:p>
        </p:txBody>
      </p:sp>
      <p:sp>
        <p:nvSpPr>
          <p:cNvPr id="51" name="Google Shape;51;p3"/>
          <p:cNvSpPr txBox="1">
            <a:spLocks noGrp="1"/>
          </p:cNvSpPr>
          <p:nvPr>
            <p:ph type="title"/>
          </p:nvPr>
        </p:nvSpPr>
        <p:spPr>
          <a:xfrm>
            <a:off x="252600" y="4124825"/>
            <a:ext cx="8638800" cy="9036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7700"/>
              <a:buFont typeface="Space Grotesk"/>
              <a:buNone/>
              <a:defRPr sz="7700">
                <a:solidFill>
                  <a:schemeClr val="lt2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7700"/>
              <a:buNone/>
              <a:defRPr sz="7700">
                <a:solidFill>
                  <a:schemeClr val="lt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7700"/>
              <a:buNone/>
              <a:defRPr sz="7700">
                <a:solidFill>
                  <a:schemeClr val="lt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7700"/>
              <a:buNone/>
              <a:defRPr sz="7700">
                <a:solidFill>
                  <a:schemeClr val="lt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7700"/>
              <a:buNone/>
              <a:defRPr sz="7700">
                <a:solidFill>
                  <a:schemeClr val="lt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7700"/>
              <a:buNone/>
              <a:defRPr sz="7700">
                <a:solidFill>
                  <a:schemeClr val="lt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7700"/>
              <a:buNone/>
              <a:defRPr sz="7700">
                <a:solidFill>
                  <a:schemeClr val="lt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7700"/>
              <a:buNone/>
              <a:defRPr sz="7700">
                <a:solidFill>
                  <a:schemeClr val="lt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7700"/>
              <a:buNone/>
              <a:defRPr sz="7700">
                <a:solidFill>
                  <a:schemeClr val="lt2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468">
          <p15:clr>
            <a:srgbClr val="E46962"/>
          </p15:clr>
        </p15:guide>
        <p15:guide id="2" orient="horz" pos="468">
          <p15:clr>
            <a:srgbClr val="E46962"/>
          </p15:clr>
        </p15:guide>
        <p15:guide id="3" pos="5601">
          <p15:clr>
            <a:srgbClr val="E46962"/>
          </p15:clr>
        </p15:guide>
        <p15:guide id="4" orient="horz" pos="3081">
          <p15:clr>
            <a:srgbClr val="E46962"/>
          </p15:clr>
        </p15:guide>
        <p15:guide id="5" pos="5292">
          <p15:clr>
            <a:srgbClr val="E46962"/>
          </p15:clr>
        </p15:guide>
        <p15:guide id="6" orient="horz" pos="2772">
          <p15:clr>
            <a:srgbClr val="E46962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ntro ">
  <p:cSld name="BLANK_1_1_1_1_1_1_1_1_1_1_1_1_1_1_1_1_1"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4"/>
          <p:cNvSpPr/>
          <p:nvPr/>
        </p:nvSpPr>
        <p:spPr>
          <a:xfrm>
            <a:off x="4728000" y="2032675"/>
            <a:ext cx="1408200" cy="14739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grpSp>
        <p:nvGrpSpPr>
          <p:cNvPr id="54" name="Google Shape;54;p4"/>
          <p:cNvGrpSpPr/>
          <p:nvPr/>
        </p:nvGrpSpPr>
        <p:grpSpPr>
          <a:xfrm>
            <a:off x="4153925" y="0"/>
            <a:ext cx="4990175" cy="5143425"/>
            <a:chOff x="4153925" y="0"/>
            <a:chExt cx="4990175" cy="5143425"/>
          </a:xfrm>
        </p:grpSpPr>
        <p:sp>
          <p:nvSpPr>
            <p:cNvPr id="55" name="Google Shape;55;p4"/>
            <p:cNvSpPr/>
            <p:nvPr/>
          </p:nvSpPr>
          <p:spPr>
            <a:xfrm>
              <a:off x="6462300" y="1441775"/>
              <a:ext cx="2681700" cy="1147200"/>
            </a:xfrm>
            <a:prstGeom prst="roundRect">
              <a:avLst>
                <a:gd name="adj" fmla="val 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56" name="Google Shape;56;p4"/>
            <p:cNvSpPr/>
            <p:nvPr/>
          </p:nvSpPr>
          <p:spPr>
            <a:xfrm>
              <a:off x="6289300" y="2420925"/>
              <a:ext cx="2854800" cy="2722500"/>
            </a:xfrm>
            <a:prstGeom prst="roundRect">
              <a:avLst>
                <a:gd name="adj" fmla="val 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  <p:sp>
          <p:nvSpPr>
            <p:cNvPr id="57" name="Google Shape;57;p4"/>
            <p:cNvSpPr/>
            <p:nvPr/>
          </p:nvSpPr>
          <p:spPr>
            <a:xfrm>
              <a:off x="4153925" y="0"/>
              <a:ext cx="1570200" cy="6765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  <p:sp>
          <p:nvSpPr>
            <p:cNvPr id="58" name="Google Shape;58;p4"/>
            <p:cNvSpPr/>
            <p:nvPr/>
          </p:nvSpPr>
          <p:spPr>
            <a:xfrm>
              <a:off x="4722625" y="0"/>
              <a:ext cx="4421400" cy="21051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</p:grpSp>
      <p:sp>
        <p:nvSpPr>
          <p:cNvPr id="59" name="Google Shape;59;p4"/>
          <p:cNvSpPr txBox="1">
            <a:spLocks noGrp="1"/>
          </p:cNvSpPr>
          <p:nvPr>
            <p:ph type="title"/>
          </p:nvPr>
        </p:nvSpPr>
        <p:spPr>
          <a:xfrm>
            <a:off x="252600" y="270725"/>
            <a:ext cx="4216200" cy="8652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500"/>
              <a:buFont typeface="Space Grotesk"/>
              <a:buNone/>
              <a:defRPr sz="3500">
                <a:highlight>
                  <a:schemeClr val="accent4"/>
                </a:highlight>
                <a:latin typeface="Space Grotesk"/>
                <a:ea typeface="Space Grotesk"/>
                <a:cs typeface="Space Grotesk"/>
                <a:sym typeface="Space Grotesk"/>
              </a:defRPr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900"/>
              <a:buFont typeface="Space Grotesk Medium"/>
              <a:buNone/>
              <a:defRPr sz="3900">
                <a:highlight>
                  <a:schemeClr val="accent4"/>
                </a:highlight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900"/>
              <a:buFont typeface="Space Grotesk Medium"/>
              <a:buNone/>
              <a:defRPr sz="3900">
                <a:highlight>
                  <a:schemeClr val="accent4"/>
                </a:highlight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900"/>
              <a:buFont typeface="Space Grotesk Medium"/>
              <a:buNone/>
              <a:defRPr sz="3900">
                <a:highlight>
                  <a:schemeClr val="accent4"/>
                </a:highlight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900"/>
              <a:buFont typeface="Space Grotesk Medium"/>
              <a:buNone/>
              <a:defRPr sz="3900">
                <a:highlight>
                  <a:schemeClr val="accent4"/>
                </a:highlight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900"/>
              <a:buFont typeface="Space Grotesk Medium"/>
              <a:buNone/>
              <a:defRPr sz="3900">
                <a:highlight>
                  <a:schemeClr val="accent4"/>
                </a:highlight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900"/>
              <a:buFont typeface="Space Grotesk Medium"/>
              <a:buNone/>
              <a:defRPr sz="3900">
                <a:highlight>
                  <a:schemeClr val="accent4"/>
                </a:highlight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900"/>
              <a:buFont typeface="Space Grotesk Medium"/>
              <a:buNone/>
              <a:defRPr sz="3900">
                <a:highlight>
                  <a:schemeClr val="accent4"/>
                </a:highlight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900"/>
              <a:buFont typeface="Space Grotesk Medium"/>
              <a:buNone/>
              <a:defRPr sz="3900">
                <a:highlight>
                  <a:schemeClr val="accent4"/>
                </a:highlight>
              </a:defRPr>
            </a:lvl9pPr>
          </a:lstStyle>
          <a:p>
            <a:endParaRPr/>
          </a:p>
        </p:txBody>
      </p:sp>
      <p:sp>
        <p:nvSpPr>
          <p:cNvPr id="60" name="Google Shape;60;p4"/>
          <p:cNvSpPr txBox="1">
            <a:spLocks noGrp="1"/>
          </p:cNvSpPr>
          <p:nvPr>
            <p:ph type="body" idx="1"/>
          </p:nvPr>
        </p:nvSpPr>
        <p:spPr>
          <a:xfrm>
            <a:off x="252600" y="1973625"/>
            <a:ext cx="3128700" cy="29172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Char char="●"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1pPr>
            <a:lvl2pPr marL="914400" lvl="1" indent="-292100">
              <a:spcBef>
                <a:spcPts val="800"/>
              </a:spcBef>
              <a:spcAft>
                <a:spcPts val="0"/>
              </a:spcAft>
              <a:buSzPts val="1000"/>
              <a:buFont typeface="Space Grotesk Medium"/>
              <a:buChar char="○"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2pPr>
            <a:lvl3pPr marL="1371600" lvl="2" indent="-292100">
              <a:spcBef>
                <a:spcPts val="800"/>
              </a:spcBef>
              <a:spcAft>
                <a:spcPts val="0"/>
              </a:spcAft>
              <a:buSzPts val="1000"/>
              <a:buFont typeface="Space Grotesk Medium"/>
              <a:buChar char="■"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3pPr>
            <a:lvl4pPr marL="1828800" lvl="3" indent="-292100">
              <a:spcBef>
                <a:spcPts val="800"/>
              </a:spcBef>
              <a:spcAft>
                <a:spcPts val="0"/>
              </a:spcAft>
              <a:buSzPts val="1000"/>
              <a:buFont typeface="Space Grotesk Medium"/>
              <a:buChar char="●"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4pPr>
            <a:lvl5pPr marL="2286000" lvl="4" indent="-292100">
              <a:spcBef>
                <a:spcPts val="800"/>
              </a:spcBef>
              <a:spcAft>
                <a:spcPts val="0"/>
              </a:spcAft>
              <a:buSzPts val="1000"/>
              <a:buFont typeface="Space Grotesk Medium"/>
              <a:buChar char="○"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5pPr>
            <a:lvl6pPr marL="2743200" lvl="5" indent="-292100">
              <a:spcBef>
                <a:spcPts val="800"/>
              </a:spcBef>
              <a:spcAft>
                <a:spcPts val="0"/>
              </a:spcAft>
              <a:buSzPts val="1000"/>
              <a:buFont typeface="Space Grotesk Medium"/>
              <a:buChar char="■"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6pPr>
            <a:lvl7pPr marL="3200400" lvl="6" indent="-292100">
              <a:spcBef>
                <a:spcPts val="800"/>
              </a:spcBef>
              <a:spcAft>
                <a:spcPts val="0"/>
              </a:spcAft>
              <a:buSzPts val="1000"/>
              <a:buFont typeface="Space Grotesk Medium"/>
              <a:buChar char="●"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7pPr>
            <a:lvl8pPr marL="3657600" lvl="7" indent="-292100">
              <a:spcBef>
                <a:spcPts val="800"/>
              </a:spcBef>
              <a:spcAft>
                <a:spcPts val="0"/>
              </a:spcAft>
              <a:buSzPts val="1000"/>
              <a:buFont typeface="Space Grotesk Medium"/>
              <a:buChar char="○"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8pPr>
            <a:lvl9pPr marL="4114800" lvl="8" indent="-292100">
              <a:spcBef>
                <a:spcPts val="800"/>
              </a:spcBef>
              <a:spcAft>
                <a:spcPts val="800"/>
              </a:spcAft>
              <a:buSzPts val="1000"/>
              <a:buFont typeface="Space Grotesk Medium"/>
              <a:buChar char="■"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9pPr>
          </a:lstStyle>
          <a:p>
            <a:endParaRPr/>
          </a:p>
        </p:txBody>
      </p:sp>
      <p:sp>
        <p:nvSpPr>
          <p:cNvPr id="61" name="Google Shape;61;p4"/>
          <p:cNvSpPr>
            <a:spLocks noGrp="1"/>
          </p:cNvSpPr>
          <p:nvPr>
            <p:ph type="pic" idx="2"/>
          </p:nvPr>
        </p:nvSpPr>
        <p:spPr>
          <a:xfrm>
            <a:off x="4468800" y="908675"/>
            <a:ext cx="3936300" cy="31161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en-CA"/>
          </a:p>
        </p:txBody>
      </p:sp>
      <p:sp>
        <p:nvSpPr>
          <p:cNvPr id="62" name="Google Shape;62;p4"/>
          <p:cNvSpPr>
            <a:spLocks noGrp="1"/>
          </p:cNvSpPr>
          <p:nvPr>
            <p:ph type="pic" idx="3"/>
          </p:nvPr>
        </p:nvSpPr>
        <p:spPr>
          <a:xfrm>
            <a:off x="4153925" y="1728449"/>
            <a:ext cx="3586800" cy="26721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en-CA"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68">
          <p15:clr>
            <a:srgbClr val="E46962"/>
          </p15:clr>
        </p15:guide>
        <p15:guide id="2" pos="468">
          <p15:clr>
            <a:srgbClr val="E46962"/>
          </p15:clr>
        </p15:guide>
        <p15:guide id="3" pos="5601">
          <p15:clr>
            <a:srgbClr val="E46962"/>
          </p15:clr>
        </p15:guide>
        <p15:guide id="4" orient="horz" pos="3081">
          <p15:clr>
            <a:srgbClr val="E46962"/>
          </p15:clr>
        </p15:guide>
        <p15:guide id="5" pos="5292">
          <p15:clr>
            <a:srgbClr val="E46962"/>
          </p15:clr>
        </p15:guide>
        <p15:guide id="6" pos="159">
          <p15:clr>
            <a:srgbClr val="E46962"/>
          </p15:clr>
        </p15:guide>
        <p15:guide id="7" orient="horz" pos="2772">
          <p15:clr>
            <a:srgbClr val="E46962"/>
          </p15:clr>
        </p15:guide>
        <p15:guide id="8" pos="2617">
          <p15:clr>
            <a:srgbClr val="E46962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body and image - Alt 1">
  <p:cSld name="BLANK_1_1_1_1_1_1_1_1_1_1_1_1_2">
    <p:bg>
      <p:bgPr>
        <a:solidFill>
          <a:schemeClr val="accent2"/>
        </a:solidFill>
        <a:effectLst/>
      </p:bgPr>
    </p:bg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5"/>
          <p:cNvSpPr/>
          <p:nvPr/>
        </p:nvSpPr>
        <p:spPr>
          <a:xfrm>
            <a:off x="6462300" y="2136900"/>
            <a:ext cx="2681700" cy="1147200"/>
          </a:xfrm>
          <a:prstGeom prst="roundRect">
            <a:avLst>
              <a:gd name="adj" fmla="val 0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Space Grotesk Medium"/>
              <a:ea typeface="Space Grotesk Medium"/>
              <a:cs typeface="Space Grotesk Medium"/>
              <a:sym typeface="Space Grotesk Medium"/>
            </a:endParaRPr>
          </a:p>
        </p:txBody>
      </p:sp>
      <p:sp>
        <p:nvSpPr>
          <p:cNvPr id="65" name="Google Shape;65;p5"/>
          <p:cNvSpPr/>
          <p:nvPr/>
        </p:nvSpPr>
        <p:spPr>
          <a:xfrm>
            <a:off x="6094200" y="0"/>
            <a:ext cx="3049800" cy="676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Space Grotesk Light"/>
              <a:ea typeface="Space Grotesk Light"/>
              <a:cs typeface="Space Grotesk Light"/>
              <a:sym typeface="Space Grotesk Light"/>
            </a:endParaRPr>
          </a:p>
        </p:txBody>
      </p:sp>
      <p:sp>
        <p:nvSpPr>
          <p:cNvPr id="66" name="Google Shape;66;p5"/>
          <p:cNvSpPr/>
          <p:nvPr/>
        </p:nvSpPr>
        <p:spPr>
          <a:xfrm>
            <a:off x="5759200" y="313425"/>
            <a:ext cx="3049800" cy="3633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Space Grotesk Light"/>
              <a:ea typeface="Space Grotesk Light"/>
              <a:cs typeface="Space Grotesk Light"/>
              <a:sym typeface="Space Grotesk Light"/>
            </a:endParaRPr>
          </a:p>
        </p:txBody>
      </p:sp>
      <p:sp>
        <p:nvSpPr>
          <p:cNvPr id="67" name="Google Shape;67;p5"/>
          <p:cNvSpPr/>
          <p:nvPr/>
        </p:nvSpPr>
        <p:spPr>
          <a:xfrm rot="-5400000">
            <a:off x="5529300" y="2510100"/>
            <a:ext cx="468000" cy="4008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68" name="Google Shape;68;p5"/>
          <p:cNvSpPr/>
          <p:nvPr/>
        </p:nvSpPr>
        <p:spPr>
          <a:xfrm>
            <a:off x="4728000" y="2032675"/>
            <a:ext cx="1408200" cy="14739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grpSp>
        <p:nvGrpSpPr>
          <p:cNvPr id="69" name="Google Shape;69;p5"/>
          <p:cNvGrpSpPr/>
          <p:nvPr/>
        </p:nvGrpSpPr>
        <p:grpSpPr>
          <a:xfrm>
            <a:off x="3632100" y="0"/>
            <a:ext cx="5511900" cy="5143525"/>
            <a:chOff x="3632100" y="0"/>
            <a:chExt cx="5511900" cy="5143525"/>
          </a:xfrm>
        </p:grpSpPr>
        <p:sp>
          <p:nvSpPr>
            <p:cNvPr id="70" name="Google Shape;70;p5"/>
            <p:cNvSpPr/>
            <p:nvPr/>
          </p:nvSpPr>
          <p:spPr>
            <a:xfrm>
              <a:off x="6462300" y="1441775"/>
              <a:ext cx="2681700" cy="1147200"/>
            </a:xfrm>
            <a:prstGeom prst="roundRect">
              <a:avLst>
                <a:gd name="adj" fmla="val 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  <p:sp>
          <p:nvSpPr>
            <p:cNvPr id="71" name="Google Shape;71;p5"/>
            <p:cNvSpPr/>
            <p:nvPr/>
          </p:nvSpPr>
          <p:spPr>
            <a:xfrm>
              <a:off x="6462300" y="3103775"/>
              <a:ext cx="2681700" cy="2039700"/>
            </a:xfrm>
            <a:prstGeom prst="roundRect">
              <a:avLst>
                <a:gd name="adj" fmla="val 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  <p:sp>
          <p:nvSpPr>
            <p:cNvPr id="72" name="Google Shape;72;p5"/>
            <p:cNvSpPr/>
            <p:nvPr/>
          </p:nvSpPr>
          <p:spPr>
            <a:xfrm>
              <a:off x="4153925" y="1416600"/>
              <a:ext cx="1570200" cy="6765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  <p:sp>
          <p:nvSpPr>
            <p:cNvPr id="73" name="Google Shape;73;p5"/>
            <p:cNvSpPr/>
            <p:nvPr/>
          </p:nvSpPr>
          <p:spPr>
            <a:xfrm>
              <a:off x="4196325" y="4236925"/>
              <a:ext cx="2376000" cy="9066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  <p:sp>
          <p:nvSpPr>
            <p:cNvPr id="74" name="Google Shape;74;p5"/>
            <p:cNvSpPr/>
            <p:nvPr/>
          </p:nvSpPr>
          <p:spPr>
            <a:xfrm>
              <a:off x="3632100" y="0"/>
              <a:ext cx="5511900" cy="14739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</p:grpSp>
      <p:sp>
        <p:nvSpPr>
          <p:cNvPr id="75" name="Google Shape;75;p5"/>
          <p:cNvSpPr txBox="1">
            <a:spLocks noGrp="1"/>
          </p:cNvSpPr>
          <p:nvPr>
            <p:ph type="subTitle" idx="1"/>
          </p:nvPr>
        </p:nvSpPr>
        <p:spPr>
          <a:xfrm>
            <a:off x="160431" y="168104"/>
            <a:ext cx="26535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None/>
              <a:defRPr sz="1000">
                <a:highlight>
                  <a:schemeClr val="lt2"/>
                </a:highlight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"/>
              <a:buNone/>
              <a:defRPr sz="1500">
                <a:highlight>
                  <a:schemeClr val="lt2"/>
                </a:highlight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"/>
              <a:buNone/>
              <a:defRPr sz="1500">
                <a:highlight>
                  <a:schemeClr val="lt2"/>
                </a:highlight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"/>
              <a:buNone/>
              <a:defRPr sz="1500">
                <a:highlight>
                  <a:schemeClr val="lt2"/>
                </a:highlight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"/>
              <a:buNone/>
              <a:defRPr sz="1500">
                <a:highlight>
                  <a:schemeClr val="lt2"/>
                </a:highlight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"/>
              <a:buNone/>
              <a:defRPr sz="1500">
                <a:highlight>
                  <a:schemeClr val="lt2"/>
                </a:highlight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"/>
              <a:buNone/>
              <a:defRPr sz="1500">
                <a:highlight>
                  <a:schemeClr val="lt2"/>
                </a:highlight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"/>
              <a:buNone/>
              <a:defRPr sz="1500">
                <a:highlight>
                  <a:schemeClr val="lt2"/>
                </a:highlight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"/>
              <a:buNone/>
              <a:defRPr sz="1500">
                <a:highlight>
                  <a:schemeClr val="lt2"/>
                </a:highlight>
              </a:defRPr>
            </a:lvl9pPr>
          </a:lstStyle>
          <a:p>
            <a:endParaRPr/>
          </a:p>
        </p:txBody>
      </p:sp>
      <p:sp>
        <p:nvSpPr>
          <p:cNvPr id="76" name="Google Shape;76;p5"/>
          <p:cNvSpPr txBox="1">
            <a:spLocks noGrp="1"/>
          </p:cNvSpPr>
          <p:nvPr>
            <p:ph type="body" idx="2"/>
          </p:nvPr>
        </p:nvSpPr>
        <p:spPr>
          <a:xfrm>
            <a:off x="252600" y="3797350"/>
            <a:ext cx="3049800" cy="10935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Char char="●"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1pPr>
            <a:lvl2pPr marL="914400" lvl="1" indent="-292100">
              <a:spcBef>
                <a:spcPts val="800"/>
              </a:spcBef>
              <a:spcAft>
                <a:spcPts val="0"/>
              </a:spcAft>
              <a:buSzPts val="1000"/>
              <a:buFont typeface="Space Grotesk Medium"/>
              <a:buChar char="○"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2pPr>
            <a:lvl3pPr marL="1371600" lvl="2" indent="-292100">
              <a:spcBef>
                <a:spcPts val="800"/>
              </a:spcBef>
              <a:spcAft>
                <a:spcPts val="0"/>
              </a:spcAft>
              <a:buSzPts val="1000"/>
              <a:buFont typeface="Space Grotesk Medium"/>
              <a:buChar char="■"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3pPr>
            <a:lvl4pPr marL="1828800" lvl="3" indent="-292100">
              <a:spcBef>
                <a:spcPts val="800"/>
              </a:spcBef>
              <a:spcAft>
                <a:spcPts val="0"/>
              </a:spcAft>
              <a:buSzPts val="1000"/>
              <a:buFont typeface="Space Grotesk Medium"/>
              <a:buChar char="●"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4pPr>
            <a:lvl5pPr marL="2286000" lvl="4" indent="-292100">
              <a:spcBef>
                <a:spcPts val="800"/>
              </a:spcBef>
              <a:spcAft>
                <a:spcPts val="0"/>
              </a:spcAft>
              <a:buSzPts val="1000"/>
              <a:buFont typeface="Space Grotesk Medium"/>
              <a:buChar char="○"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5pPr>
            <a:lvl6pPr marL="2743200" lvl="5" indent="-292100">
              <a:spcBef>
                <a:spcPts val="800"/>
              </a:spcBef>
              <a:spcAft>
                <a:spcPts val="0"/>
              </a:spcAft>
              <a:buSzPts val="1000"/>
              <a:buFont typeface="Space Grotesk Medium"/>
              <a:buChar char="■"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6pPr>
            <a:lvl7pPr marL="3200400" lvl="6" indent="-292100">
              <a:spcBef>
                <a:spcPts val="800"/>
              </a:spcBef>
              <a:spcAft>
                <a:spcPts val="0"/>
              </a:spcAft>
              <a:buSzPts val="1000"/>
              <a:buFont typeface="Space Grotesk Medium"/>
              <a:buChar char="●"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7pPr>
            <a:lvl8pPr marL="3657600" lvl="7" indent="-292100">
              <a:spcBef>
                <a:spcPts val="800"/>
              </a:spcBef>
              <a:spcAft>
                <a:spcPts val="0"/>
              </a:spcAft>
              <a:buSzPts val="1000"/>
              <a:buFont typeface="Space Grotesk Medium"/>
              <a:buChar char="○"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8pPr>
            <a:lvl9pPr marL="4114800" lvl="8" indent="-292100">
              <a:spcBef>
                <a:spcPts val="800"/>
              </a:spcBef>
              <a:spcAft>
                <a:spcPts val="800"/>
              </a:spcAft>
              <a:buSzPts val="1000"/>
              <a:buFont typeface="Space Grotesk Medium"/>
              <a:buChar char="■"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9pPr>
          </a:lstStyle>
          <a:p>
            <a:endParaRPr/>
          </a:p>
        </p:txBody>
      </p:sp>
      <p:sp>
        <p:nvSpPr>
          <p:cNvPr id="77" name="Google Shape;77;p5"/>
          <p:cNvSpPr txBox="1">
            <a:spLocks noGrp="1"/>
          </p:cNvSpPr>
          <p:nvPr>
            <p:ph type="title"/>
          </p:nvPr>
        </p:nvSpPr>
        <p:spPr>
          <a:xfrm>
            <a:off x="252600" y="2841100"/>
            <a:ext cx="4288200" cy="8652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500"/>
              <a:buFont typeface="Space Grotesk Medium"/>
              <a:buNone/>
              <a:defRPr sz="3500">
                <a:highlight>
                  <a:schemeClr val="lt2"/>
                </a:highlight>
              </a:defRPr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900"/>
              <a:buFont typeface="Space Grotesk Medium"/>
              <a:buNone/>
              <a:defRPr sz="3900">
                <a:highlight>
                  <a:schemeClr val="lt2"/>
                </a:highlight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900"/>
              <a:buFont typeface="Space Grotesk Medium"/>
              <a:buNone/>
              <a:defRPr sz="3900">
                <a:highlight>
                  <a:schemeClr val="lt2"/>
                </a:highlight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900"/>
              <a:buFont typeface="Space Grotesk Medium"/>
              <a:buNone/>
              <a:defRPr sz="3900">
                <a:highlight>
                  <a:schemeClr val="lt2"/>
                </a:highlight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900"/>
              <a:buFont typeface="Space Grotesk Medium"/>
              <a:buNone/>
              <a:defRPr sz="3900">
                <a:highlight>
                  <a:schemeClr val="lt2"/>
                </a:highlight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900"/>
              <a:buFont typeface="Space Grotesk Medium"/>
              <a:buNone/>
              <a:defRPr sz="3900">
                <a:highlight>
                  <a:schemeClr val="lt2"/>
                </a:highlight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900"/>
              <a:buFont typeface="Space Grotesk Medium"/>
              <a:buNone/>
              <a:defRPr sz="3900">
                <a:highlight>
                  <a:schemeClr val="lt2"/>
                </a:highlight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900"/>
              <a:buFont typeface="Space Grotesk Medium"/>
              <a:buNone/>
              <a:defRPr sz="3900">
                <a:highlight>
                  <a:schemeClr val="lt2"/>
                </a:highlight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900"/>
              <a:buFont typeface="Space Grotesk Medium"/>
              <a:buNone/>
              <a:defRPr sz="3900">
                <a:highlight>
                  <a:schemeClr val="lt2"/>
                </a:highlight>
              </a:defRPr>
            </a:lvl9pPr>
          </a:lstStyle>
          <a:p>
            <a:endParaRPr/>
          </a:p>
        </p:txBody>
      </p:sp>
      <p:sp>
        <p:nvSpPr>
          <p:cNvPr id="78" name="Google Shape;78;p5"/>
          <p:cNvSpPr>
            <a:spLocks noGrp="1"/>
          </p:cNvSpPr>
          <p:nvPr>
            <p:ph type="pic" idx="3"/>
          </p:nvPr>
        </p:nvSpPr>
        <p:spPr>
          <a:xfrm>
            <a:off x="4634854" y="627935"/>
            <a:ext cx="3444300" cy="32718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en-CA"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468">
          <p15:clr>
            <a:srgbClr val="E46962"/>
          </p15:clr>
        </p15:guide>
        <p15:guide id="2" orient="horz" pos="468">
          <p15:clr>
            <a:srgbClr val="E46962"/>
          </p15:clr>
        </p15:guide>
        <p15:guide id="3" pos="5601">
          <p15:clr>
            <a:srgbClr val="E46962"/>
          </p15:clr>
        </p15:guide>
        <p15:guide id="4" orient="horz" pos="3081">
          <p15:clr>
            <a:srgbClr val="E46962"/>
          </p15:clr>
        </p15:guide>
        <p15:guide id="5" pos="159">
          <p15:clr>
            <a:srgbClr val="E46962"/>
          </p15:clr>
        </p15:guide>
        <p15:guide id="6" pos="5292">
          <p15:clr>
            <a:srgbClr val="E46962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cept">
  <p:cSld name="ONE_COLUMN_TEXT_1">
    <p:bg>
      <p:bgPr>
        <a:solidFill>
          <a:schemeClr val="accent2"/>
        </a:solidFill>
        <a:effectLst/>
      </p:bgPr>
    </p:bg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0" name="Google Shape;80;p6"/>
          <p:cNvGrpSpPr/>
          <p:nvPr/>
        </p:nvGrpSpPr>
        <p:grpSpPr>
          <a:xfrm>
            <a:off x="2230528" y="1108408"/>
            <a:ext cx="4915231" cy="2940670"/>
            <a:chOff x="2230528" y="1108408"/>
            <a:chExt cx="4915231" cy="2940670"/>
          </a:xfrm>
        </p:grpSpPr>
        <p:sp>
          <p:nvSpPr>
            <p:cNvPr id="81" name="Google Shape;81;p6"/>
            <p:cNvSpPr/>
            <p:nvPr/>
          </p:nvSpPr>
          <p:spPr>
            <a:xfrm>
              <a:off x="3583559" y="2237378"/>
              <a:ext cx="3562200" cy="18117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  <p:sp>
          <p:nvSpPr>
            <p:cNvPr id="82" name="Google Shape;82;p6"/>
            <p:cNvSpPr/>
            <p:nvPr/>
          </p:nvSpPr>
          <p:spPr>
            <a:xfrm>
              <a:off x="3169759" y="1865553"/>
              <a:ext cx="3562200" cy="18117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  <p:sp>
          <p:nvSpPr>
            <p:cNvPr id="83" name="Google Shape;83;p6"/>
            <p:cNvSpPr/>
            <p:nvPr/>
          </p:nvSpPr>
          <p:spPr>
            <a:xfrm>
              <a:off x="2715512" y="1415749"/>
              <a:ext cx="3562200" cy="18117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  <p:sp>
          <p:nvSpPr>
            <p:cNvPr id="84" name="Google Shape;84;p6"/>
            <p:cNvSpPr/>
            <p:nvPr/>
          </p:nvSpPr>
          <p:spPr>
            <a:xfrm>
              <a:off x="2230528" y="1108408"/>
              <a:ext cx="3562200" cy="18117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</p:grpSp>
      <p:sp>
        <p:nvSpPr>
          <p:cNvPr id="85" name="Google Shape;85;p6"/>
          <p:cNvSpPr txBox="1">
            <a:spLocks noGrp="1"/>
          </p:cNvSpPr>
          <p:nvPr>
            <p:ph type="title"/>
          </p:nvPr>
        </p:nvSpPr>
        <p:spPr>
          <a:xfrm>
            <a:off x="2420613" y="1299977"/>
            <a:ext cx="4262400" cy="996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500"/>
              <a:buFont typeface="Space Grotesk Medium"/>
              <a:buNone/>
              <a:defRPr sz="3500"/>
            </a:lvl1pPr>
            <a:lvl2pPr lvl="1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Font typeface="Space Grotesk Medium"/>
              <a:buNone/>
              <a:defRPr sz="3600"/>
            </a:lvl2pPr>
            <a:lvl3pPr lvl="2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Font typeface="Space Grotesk Medium"/>
              <a:buNone/>
              <a:defRPr sz="3600"/>
            </a:lvl3pPr>
            <a:lvl4pPr lvl="3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Font typeface="Space Grotesk Medium"/>
              <a:buNone/>
              <a:defRPr sz="3600"/>
            </a:lvl4pPr>
            <a:lvl5pPr lvl="4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Font typeface="Space Grotesk Medium"/>
              <a:buNone/>
              <a:defRPr sz="3600"/>
            </a:lvl5pPr>
            <a:lvl6pPr lvl="5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Font typeface="Space Grotesk Medium"/>
              <a:buNone/>
              <a:defRPr sz="3600"/>
            </a:lvl6pPr>
            <a:lvl7pPr lvl="6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Font typeface="Space Grotesk Medium"/>
              <a:buNone/>
              <a:defRPr sz="3600"/>
            </a:lvl7pPr>
            <a:lvl8pPr lvl="7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Font typeface="Space Grotesk Medium"/>
              <a:buNone/>
              <a:defRPr sz="3600"/>
            </a:lvl8pPr>
            <a:lvl9pPr lvl="8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Font typeface="Space Grotesk Medium"/>
              <a:buNone/>
              <a:defRPr sz="3600"/>
            </a:lvl9pPr>
          </a:lstStyle>
          <a:p>
            <a:endParaRPr/>
          </a:p>
        </p:txBody>
      </p:sp>
      <p:sp>
        <p:nvSpPr>
          <p:cNvPr id="86" name="Google Shape;86;p6"/>
          <p:cNvSpPr txBox="1">
            <a:spLocks noGrp="1"/>
          </p:cNvSpPr>
          <p:nvPr>
            <p:ph type="body" idx="1"/>
          </p:nvPr>
        </p:nvSpPr>
        <p:spPr>
          <a:xfrm>
            <a:off x="4192376" y="2436625"/>
            <a:ext cx="1356300" cy="1548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Char char="●"/>
              <a:defRPr sz="1000">
                <a:highlight>
                  <a:schemeClr val="lt2"/>
                </a:highlight>
              </a:defRPr>
            </a:lvl1pPr>
            <a:lvl2pPr marL="914400" lvl="1" indent="-292100"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Char char="○"/>
              <a:defRPr sz="1000">
                <a:highlight>
                  <a:schemeClr val="lt2"/>
                </a:highlight>
              </a:defRPr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Char char="■"/>
              <a:defRPr sz="1000">
                <a:highlight>
                  <a:schemeClr val="lt2"/>
                </a:highlight>
              </a:defRPr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Char char="●"/>
              <a:defRPr sz="1000">
                <a:highlight>
                  <a:schemeClr val="lt2"/>
                </a:highlight>
              </a:defRPr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Char char="○"/>
              <a:defRPr sz="1000">
                <a:highlight>
                  <a:schemeClr val="lt2"/>
                </a:highlight>
              </a:defRPr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Char char="■"/>
              <a:defRPr sz="1000">
                <a:highlight>
                  <a:schemeClr val="lt2"/>
                </a:highlight>
              </a:defRPr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Char char="●"/>
              <a:defRPr sz="1000">
                <a:highlight>
                  <a:schemeClr val="lt2"/>
                </a:highlight>
              </a:defRPr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Char char="○"/>
              <a:defRPr sz="1000">
                <a:highlight>
                  <a:schemeClr val="lt2"/>
                </a:highlight>
              </a:defRPr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Char char="■"/>
              <a:defRPr sz="1000">
                <a:highlight>
                  <a:schemeClr val="lt2"/>
                </a:highlight>
              </a:defRPr>
            </a:lvl9pPr>
          </a:lstStyle>
          <a:p>
            <a:endParaRPr/>
          </a:p>
        </p:txBody>
      </p:sp>
      <p:sp>
        <p:nvSpPr>
          <p:cNvPr id="87" name="Google Shape;87;p6"/>
          <p:cNvSpPr txBox="1">
            <a:spLocks noGrp="1"/>
          </p:cNvSpPr>
          <p:nvPr>
            <p:ph type="body" idx="2"/>
          </p:nvPr>
        </p:nvSpPr>
        <p:spPr>
          <a:xfrm>
            <a:off x="5712456" y="2436625"/>
            <a:ext cx="1356300" cy="1548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Char char="●"/>
              <a:defRPr sz="1000">
                <a:highlight>
                  <a:schemeClr val="lt2"/>
                </a:highlight>
              </a:defRPr>
            </a:lvl1pPr>
            <a:lvl2pPr marL="914400" lvl="1" indent="-292100"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Char char="○"/>
              <a:defRPr sz="1000">
                <a:highlight>
                  <a:schemeClr val="lt2"/>
                </a:highlight>
              </a:defRPr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Char char="■"/>
              <a:defRPr sz="1000">
                <a:highlight>
                  <a:schemeClr val="lt2"/>
                </a:highlight>
              </a:defRPr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Char char="●"/>
              <a:defRPr sz="1000">
                <a:highlight>
                  <a:schemeClr val="lt2"/>
                </a:highlight>
              </a:defRPr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Char char="○"/>
              <a:defRPr sz="1000">
                <a:highlight>
                  <a:schemeClr val="lt2"/>
                </a:highlight>
              </a:defRPr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Char char="■"/>
              <a:defRPr sz="1000">
                <a:highlight>
                  <a:schemeClr val="lt2"/>
                </a:highlight>
              </a:defRPr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Char char="●"/>
              <a:defRPr sz="1000">
                <a:highlight>
                  <a:schemeClr val="lt2"/>
                </a:highlight>
              </a:defRPr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Char char="○"/>
              <a:defRPr sz="1000">
                <a:highlight>
                  <a:schemeClr val="lt2"/>
                </a:highlight>
              </a:defRPr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Char char="■"/>
              <a:defRPr sz="1000">
                <a:highlight>
                  <a:schemeClr val="lt2"/>
                </a:highlight>
              </a:defRPr>
            </a:lvl9pPr>
          </a:lstStyle>
          <a:p>
            <a:endParaRPr/>
          </a:p>
        </p:txBody>
      </p:sp>
      <p:sp>
        <p:nvSpPr>
          <p:cNvPr id="88" name="Google Shape;88;p6"/>
          <p:cNvSpPr txBox="1">
            <a:spLocks noGrp="1"/>
          </p:cNvSpPr>
          <p:nvPr>
            <p:ph type="body" idx="3"/>
          </p:nvPr>
        </p:nvSpPr>
        <p:spPr>
          <a:xfrm>
            <a:off x="2230525" y="2436625"/>
            <a:ext cx="1878300" cy="2085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2385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Space Grotesk"/>
              <a:buChar char="●"/>
              <a:defRPr sz="1500">
                <a:solidFill>
                  <a:schemeClr val="lt2"/>
                </a:solidFill>
                <a:highlight>
                  <a:schemeClr val="dk1"/>
                </a:highlight>
              </a:defRPr>
            </a:lvl1pPr>
            <a:lvl2pPr marL="914400" lvl="1" indent="-32385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Space Grotesk"/>
              <a:buChar char="○"/>
              <a:defRPr sz="1500">
                <a:solidFill>
                  <a:schemeClr val="lt2"/>
                </a:solidFill>
                <a:highlight>
                  <a:schemeClr val="dk1"/>
                </a:highlight>
              </a:defRPr>
            </a:lvl2pPr>
            <a:lvl3pPr marL="1371600" lvl="2" indent="-32385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Space Grotesk"/>
              <a:buChar char="■"/>
              <a:defRPr sz="1500">
                <a:solidFill>
                  <a:schemeClr val="lt2"/>
                </a:solidFill>
                <a:highlight>
                  <a:schemeClr val="dk1"/>
                </a:highlight>
              </a:defRPr>
            </a:lvl3pPr>
            <a:lvl4pPr marL="1828800" lvl="3" indent="-32385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Space Grotesk"/>
              <a:buChar char="●"/>
              <a:defRPr sz="1500">
                <a:solidFill>
                  <a:schemeClr val="lt2"/>
                </a:solidFill>
                <a:highlight>
                  <a:schemeClr val="dk1"/>
                </a:highlight>
              </a:defRPr>
            </a:lvl4pPr>
            <a:lvl5pPr marL="2286000" lvl="4" indent="-32385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Space Grotesk"/>
              <a:buChar char="○"/>
              <a:defRPr sz="1500">
                <a:solidFill>
                  <a:schemeClr val="lt2"/>
                </a:solidFill>
                <a:highlight>
                  <a:schemeClr val="dk1"/>
                </a:highlight>
              </a:defRPr>
            </a:lvl5pPr>
            <a:lvl6pPr marL="2743200" lvl="5" indent="-32385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Space Grotesk"/>
              <a:buChar char="■"/>
              <a:defRPr sz="1500">
                <a:solidFill>
                  <a:schemeClr val="lt2"/>
                </a:solidFill>
                <a:highlight>
                  <a:schemeClr val="dk1"/>
                </a:highlight>
              </a:defRPr>
            </a:lvl6pPr>
            <a:lvl7pPr marL="3200400" lvl="6" indent="-32385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Space Grotesk"/>
              <a:buChar char="●"/>
              <a:defRPr sz="1500">
                <a:solidFill>
                  <a:schemeClr val="lt2"/>
                </a:solidFill>
                <a:highlight>
                  <a:schemeClr val="dk1"/>
                </a:highlight>
              </a:defRPr>
            </a:lvl7pPr>
            <a:lvl8pPr marL="3657600" lvl="7" indent="-32385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Space Grotesk"/>
              <a:buChar char="○"/>
              <a:defRPr sz="1500">
                <a:solidFill>
                  <a:schemeClr val="lt2"/>
                </a:solidFill>
                <a:highlight>
                  <a:schemeClr val="dk1"/>
                </a:highlight>
              </a:defRPr>
            </a:lvl8pPr>
            <a:lvl9pPr marL="4114800" lvl="8" indent="-32385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Space Grotesk"/>
              <a:buChar char="■"/>
              <a:defRPr sz="1500">
                <a:solidFill>
                  <a:schemeClr val="lt2"/>
                </a:solidFill>
                <a:highlight>
                  <a:schemeClr val="dk1"/>
                </a:highlight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ntroduction">
  <p:cSld name="CUSTOM">
    <p:bg>
      <p:bgPr>
        <a:solidFill>
          <a:schemeClr val="accent2"/>
        </a:solidFill>
        <a:effectLst/>
      </p:bgPr>
    </p:bg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7"/>
          <p:cNvSpPr>
            <a:spLocks noGrp="1"/>
          </p:cNvSpPr>
          <p:nvPr>
            <p:ph type="pic" idx="2"/>
          </p:nvPr>
        </p:nvSpPr>
        <p:spPr>
          <a:xfrm>
            <a:off x="743700" y="1693750"/>
            <a:ext cx="3974100" cy="27024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en-CA"/>
          </a:p>
        </p:txBody>
      </p:sp>
      <p:grpSp>
        <p:nvGrpSpPr>
          <p:cNvPr id="91" name="Google Shape;91;p7"/>
          <p:cNvGrpSpPr/>
          <p:nvPr/>
        </p:nvGrpSpPr>
        <p:grpSpPr>
          <a:xfrm>
            <a:off x="743700" y="742300"/>
            <a:ext cx="7047725" cy="3657400"/>
            <a:chOff x="743700" y="742300"/>
            <a:chExt cx="7047725" cy="3657400"/>
          </a:xfrm>
        </p:grpSpPr>
        <p:sp>
          <p:nvSpPr>
            <p:cNvPr id="92" name="Google Shape;92;p7"/>
            <p:cNvSpPr/>
            <p:nvPr/>
          </p:nvSpPr>
          <p:spPr>
            <a:xfrm>
              <a:off x="4626725" y="1693750"/>
              <a:ext cx="3164700" cy="17214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  <p:sp>
          <p:nvSpPr>
            <p:cNvPr id="93" name="Google Shape;93;p7"/>
            <p:cNvSpPr/>
            <p:nvPr/>
          </p:nvSpPr>
          <p:spPr>
            <a:xfrm>
              <a:off x="4718150" y="3341000"/>
              <a:ext cx="1465200" cy="10587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  <p:sp>
          <p:nvSpPr>
            <p:cNvPr id="94" name="Google Shape;94;p7"/>
            <p:cNvSpPr/>
            <p:nvPr/>
          </p:nvSpPr>
          <p:spPr>
            <a:xfrm>
              <a:off x="743700" y="742300"/>
              <a:ext cx="4529700" cy="18393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  <p:sp>
          <p:nvSpPr>
            <p:cNvPr id="95" name="Google Shape;95;p7"/>
            <p:cNvSpPr/>
            <p:nvPr/>
          </p:nvSpPr>
          <p:spPr>
            <a:xfrm>
              <a:off x="1359836" y="2451775"/>
              <a:ext cx="416400" cy="3924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  <p:sp>
          <p:nvSpPr>
            <p:cNvPr id="96" name="Google Shape;96;p7"/>
            <p:cNvSpPr/>
            <p:nvPr/>
          </p:nvSpPr>
          <p:spPr>
            <a:xfrm>
              <a:off x="744050" y="3236575"/>
              <a:ext cx="741900" cy="3924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  <p:sp>
          <p:nvSpPr>
            <p:cNvPr id="97" name="Google Shape;97;p7"/>
            <p:cNvSpPr/>
            <p:nvPr/>
          </p:nvSpPr>
          <p:spPr>
            <a:xfrm>
              <a:off x="1495975" y="2368625"/>
              <a:ext cx="765000" cy="8679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  <p:sp>
          <p:nvSpPr>
            <p:cNvPr id="98" name="Google Shape;98;p7"/>
            <p:cNvSpPr/>
            <p:nvPr/>
          </p:nvSpPr>
          <p:spPr>
            <a:xfrm>
              <a:off x="3976375" y="2351575"/>
              <a:ext cx="741900" cy="4926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</p:grpSp>
      <p:sp>
        <p:nvSpPr>
          <p:cNvPr id="99" name="Google Shape;99;p7"/>
          <p:cNvSpPr/>
          <p:nvPr/>
        </p:nvSpPr>
        <p:spPr>
          <a:xfrm>
            <a:off x="4718150" y="2839125"/>
            <a:ext cx="1465200" cy="576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Space Grotesk Medium"/>
              <a:ea typeface="Space Grotesk Medium"/>
              <a:cs typeface="Space Grotesk Medium"/>
              <a:sym typeface="Space Grotesk Medium"/>
            </a:endParaRPr>
          </a:p>
        </p:txBody>
      </p:sp>
      <p:sp>
        <p:nvSpPr>
          <p:cNvPr id="100" name="Google Shape;100;p7"/>
          <p:cNvSpPr/>
          <p:nvPr/>
        </p:nvSpPr>
        <p:spPr>
          <a:xfrm>
            <a:off x="6183250" y="3341000"/>
            <a:ext cx="1245300" cy="10587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101" name="Google Shape;101;p7"/>
          <p:cNvSpPr txBox="1">
            <a:spLocks noGrp="1"/>
          </p:cNvSpPr>
          <p:nvPr>
            <p:ph type="title"/>
          </p:nvPr>
        </p:nvSpPr>
        <p:spPr>
          <a:xfrm>
            <a:off x="1032350" y="737025"/>
            <a:ext cx="3651300" cy="1555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"/>
              <a:buNone/>
              <a:defRPr sz="1500">
                <a:highlight>
                  <a:schemeClr val="lt2"/>
                </a:highlight>
                <a:latin typeface="Space Grotesk"/>
                <a:ea typeface="Space Grotesk"/>
                <a:cs typeface="Space Grotesk"/>
                <a:sym typeface="Space Grotesk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"/>
              <a:buNone/>
              <a:defRPr sz="1500">
                <a:highlight>
                  <a:schemeClr val="lt2"/>
                </a:highlight>
                <a:latin typeface="Space Grotesk"/>
                <a:ea typeface="Space Grotesk"/>
                <a:cs typeface="Space Grotesk"/>
                <a:sym typeface="Space Grotesk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"/>
              <a:buNone/>
              <a:defRPr sz="1500">
                <a:highlight>
                  <a:schemeClr val="lt2"/>
                </a:highlight>
                <a:latin typeface="Space Grotesk"/>
                <a:ea typeface="Space Grotesk"/>
                <a:cs typeface="Space Grotesk"/>
                <a:sym typeface="Space Grotesk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"/>
              <a:buNone/>
              <a:defRPr sz="1500">
                <a:highlight>
                  <a:schemeClr val="lt2"/>
                </a:highlight>
                <a:latin typeface="Space Grotesk"/>
                <a:ea typeface="Space Grotesk"/>
                <a:cs typeface="Space Grotesk"/>
                <a:sym typeface="Space Grotesk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"/>
              <a:buNone/>
              <a:defRPr sz="1500">
                <a:highlight>
                  <a:schemeClr val="lt2"/>
                </a:highlight>
                <a:latin typeface="Space Grotesk"/>
                <a:ea typeface="Space Grotesk"/>
                <a:cs typeface="Space Grotesk"/>
                <a:sym typeface="Space Grotesk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"/>
              <a:buNone/>
              <a:defRPr sz="1500">
                <a:highlight>
                  <a:schemeClr val="lt2"/>
                </a:highlight>
                <a:latin typeface="Space Grotesk"/>
                <a:ea typeface="Space Grotesk"/>
                <a:cs typeface="Space Grotesk"/>
                <a:sym typeface="Space Grotesk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"/>
              <a:buNone/>
              <a:defRPr sz="1500">
                <a:highlight>
                  <a:schemeClr val="lt2"/>
                </a:highlight>
                <a:latin typeface="Space Grotesk"/>
                <a:ea typeface="Space Grotesk"/>
                <a:cs typeface="Space Grotesk"/>
                <a:sym typeface="Space Grotesk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"/>
              <a:buNone/>
              <a:defRPr sz="1500">
                <a:highlight>
                  <a:schemeClr val="lt2"/>
                </a:highlight>
                <a:latin typeface="Space Grotesk"/>
                <a:ea typeface="Space Grotesk"/>
                <a:cs typeface="Space Grotesk"/>
                <a:sym typeface="Space Grotesk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"/>
              <a:buNone/>
              <a:defRPr sz="1500">
                <a:highlight>
                  <a:schemeClr val="lt2"/>
                </a:highlight>
                <a:latin typeface="Space Grotesk"/>
                <a:ea typeface="Space Grotesk"/>
                <a:cs typeface="Space Grotesk"/>
                <a:sym typeface="Space Grotesk"/>
              </a:defRPr>
            </a:lvl9pPr>
          </a:lstStyle>
          <a:p>
            <a:endParaRPr/>
          </a:p>
        </p:txBody>
      </p:sp>
      <p:sp>
        <p:nvSpPr>
          <p:cNvPr id="102" name="Google Shape;102;p7"/>
          <p:cNvSpPr txBox="1">
            <a:spLocks noGrp="1"/>
          </p:cNvSpPr>
          <p:nvPr>
            <p:ph type="title" idx="3"/>
          </p:nvPr>
        </p:nvSpPr>
        <p:spPr>
          <a:xfrm>
            <a:off x="6183250" y="3136100"/>
            <a:ext cx="2217000" cy="208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None/>
              <a:defRPr sz="1000">
                <a:highlight>
                  <a:schemeClr val="lt2"/>
                </a:highlight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None/>
              <a:defRPr sz="1000">
                <a:highlight>
                  <a:schemeClr val="lt2"/>
                </a:highlight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None/>
              <a:defRPr sz="1000">
                <a:highlight>
                  <a:schemeClr val="lt2"/>
                </a:highlight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None/>
              <a:defRPr sz="1000">
                <a:highlight>
                  <a:schemeClr val="lt2"/>
                </a:highlight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None/>
              <a:defRPr sz="1000">
                <a:highlight>
                  <a:schemeClr val="lt2"/>
                </a:highlight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None/>
              <a:defRPr sz="1000">
                <a:highlight>
                  <a:schemeClr val="lt2"/>
                </a:highlight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None/>
              <a:defRPr sz="1000">
                <a:highlight>
                  <a:schemeClr val="lt2"/>
                </a:highlight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None/>
              <a:defRPr sz="1000">
                <a:highlight>
                  <a:schemeClr val="lt2"/>
                </a:highlight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None/>
              <a:defRPr sz="1000">
                <a:highlight>
                  <a:schemeClr val="lt2"/>
                </a:highlight>
              </a:defRPr>
            </a:lvl9pPr>
          </a:lstStyle>
          <a:p>
            <a:endParaRPr/>
          </a:p>
        </p:txBody>
      </p:sp>
      <p:sp>
        <p:nvSpPr>
          <p:cNvPr id="103" name="Google Shape;103;p7"/>
          <p:cNvSpPr txBox="1">
            <a:spLocks noGrp="1"/>
          </p:cNvSpPr>
          <p:nvPr>
            <p:ph type="title" idx="4"/>
          </p:nvPr>
        </p:nvSpPr>
        <p:spPr>
          <a:xfrm>
            <a:off x="4713425" y="1725175"/>
            <a:ext cx="2991300" cy="1211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 Medium"/>
              <a:buNone/>
              <a:defRPr sz="1500">
                <a:highlight>
                  <a:schemeClr val="lt2"/>
                </a:highlight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 Medium"/>
              <a:buNone/>
              <a:defRPr sz="1500">
                <a:highlight>
                  <a:schemeClr val="lt2"/>
                </a:highlight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 Medium"/>
              <a:buNone/>
              <a:defRPr sz="1500">
                <a:highlight>
                  <a:schemeClr val="lt2"/>
                </a:highlight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 Medium"/>
              <a:buNone/>
              <a:defRPr sz="1500">
                <a:highlight>
                  <a:schemeClr val="lt2"/>
                </a:highlight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 Medium"/>
              <a:buNone/>
              <a:defRPr sz="1500">
                <a:highlight>
                  <a:schemeClr val="lt2"/>
                </a:highlight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 Medium"/>
              <a:buNone/>
              <a:defRPr sz="1500">
                <a:highlight>
                  <a:schemeClr val="lt2"/>
                </a:highlight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 Medium"/>
              <a:buNone/>
              <a:defRPr sz="1500">
                <a:highlight>
                  <a:schemeClr val="lt2"/>
                </a:highlight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 Medium"/>
              <a:buNone/>
              <a:defRPr sz="1500">
                <a:highlight>
                  <a:schemeClr val="lt2"/>
                </a:highlight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 Medium"/>
              <a:buNone/>
              <a:defRPr sz="1500">
                <a:highlight>
                  <a:schemeClr val="lt2"/>
                </a:highlight>
              </a:defRPr>
            </a:lvl9pPr>
          </a:lstStyle>
          <a:p>
            <a:endParaRPr/>
          </a:p>
        </p:txBody>
      </p:sp>
      <p:sp>
        <p:nvSpPr>
          <p:cNvPr id="104" name="Google Shape;104;p7"/>
          <p:cNvSpPr txBox="1">
            <a:spLocks noGrp="1"/>
          </p:cNvSpPr>
          <p:nvPr>
            <p:ph type="title" idx="5"/>
          </p:nvPr>
        </p:nvSpPr>
        <p:spPr>
          <a:xfrm>
            <a:off x="5340025" y="733275"/>
            <a:ext cx="3287400" cy="912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500"/>
              <a:buFont typeface="Space Grotesk"/>
              <a:buNone/>
              <a:defRPr sz="3500">
                <a:latin typeface="Space Grotesk"/>
                <a:ea typeface="Space Grotesk"/>
                <a:cs typeface="Space Grotesk"/>
                <a:sym typeface="Space Grotesk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7700"/>
              <a:buNone/>
              <a:defRPr sz="7700"/>
            </a:lvl2pPr>
            <a:lvl3pPr lvl="2" algn="ctr">
              <a:spcBef>
                <a:spcPts val="0"/>
              </a:spcBef>
              <a:spcAft>
                <a:spcPts val="0"/>
              </a:spcAft>
              <a:buSzPts val="7700"/>
              <a:buNone/>
              <a:defRPr sz="7700"/>
            </a:lvl3pPr>
            <a:lvl4pPr lvl="3" algn="ctr">
              <a:spcBef>
                <a:spcPts val="0"/>
              </a:spcBef>
              <a:spcAft>
                <a:spcPts val="0"/>
              </a:spcAft>
              <a:buSzPts val="7700"/>
              <a:buNone/>
              <a:defRPr sz="7700"/>
            </a:lvl4pPr>
            <a:lvl5pPr lvl="4" algn="ctr">
              <a:spcBef>
                <a:spcPts val="0"/>
              </a:spcBef>
              <a:spcAft>
                <a:spcPts val="0"/>
              </a:spcAft>
              <a:buSzPts val="7700"/>
              <a:buNone/>
              <a:defRPr sz="7700"/>
            </a:lvl5pPr>
            <a:lvl6pPr lvl="5" algn="ctr">
              <a:spcBef>
                <a:spcPts val="0"/>
              </a:spcBef>
              <a:spcAft>
                <a:spcPts val="0"/>
              </a:spcAft>
              <a:buSzPts val="7700"/>
              <a:buNone/>
              <a:defRPr sz="7700"/>
            </a:lvl6pPr>
            <a:lvl7pPr lvl="6" algn="ctr">
              <a:spcBef>
                <a:spcPts val="0"/>
              </a:spcBef>
              <a:spcAft>
                <a:spcPts val="0"/>
              </a:spcAft>
              <a:buSzPts val="7700"/>
              <a:buNone/>
              <a:defRPr sz="7700"/>
            </a:lvl7pPr>
            <a:lvl8pPr lvl="7" algn="ctr">
              <a:spcBef>
                <a:spcPts val="0"/>
              </a:spcBef>
              <a:spcAft>
                <a:spcPts val="0"/>
              </a:spcAft>
              <a:buSzPts val="7700"/>
              <a:buNone/>
              <a:defRPr sz="7700"/>
            </a:lvl8pPr>
            <a:lvl9pPr lvl="8" algn="ctr">
              <a:spcBef>
                <a:spcPts val="0"/>
              </a:spcBef>
              <a:spcAft>
                <a:spcPts val="0"/>
              </a:spcAft>
              <a:buSzPts val="7700"/>
              <a:buNone/>
              <a:defRPr sz="7700"/>
            </a:lvl9pPr>
          </a:lstStyle>
          <a:p>
            <a:endParaRPr/>
          </a:p>
        </p:txBody>
      </p:sp>
      <p:sp>
        <p:nvSpPr>
          <p:cNvPr id="105" name="Google Shape;105;p7"/>
          <p:cNvSpPr>
            <a:spLocks noGrp="1"/>
          </p:cNvSpPr>
          <p:nvPr>
            <p:ph type="pic" idx="6"/>
          </p:nvPr>
        </p:nvSpPr>
        <p:spPr>
          <a:xfrm>
            <a:off x="6183250" y="3344750"/>
            <a:ext cx="2217000" cy="10512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en-CA"/>
          </a:p>
        </p:txBody>
      </p:sp>
      <p:sp>
        <p:nvSpPr>
          <p:cNvPr id="106" name="Google Shape;106;p7"/>
          <p:cNvSpPr txBox="1">
            <a:spLocks noGrp="1"/>
          </p:cNvSpPr>
          <p:nvPr>
            <p:ph type="title" idx="7"/>
          </p:nvPr>
        </p:nvSpPr>
        <p:spPr>
          <a:xfrm>
            <a:off x="4804625" y="2962500"/>
            <a:ext cx="1317600" cy="1692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None/>
              <a:defRPr sz="1000">
                <a:highlight>
                  <a:schemeClr val="lt2"/>
                </a:highlight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None/>
              <a:defRPr sz="1000">
                <a:highlight>
                  <a:schemeClr val="lt2"/>
                </a:highlight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None/>
              <a:defRPr sz="1000">
                <a:highlight>
                  <a:schemeClr val="lt2"/>
                </a:highlight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None/>
              <a:defRPr sz="1000">
                <a:highlight>
                  <a:schemeClr val="lt2"/>
                </a:highlight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None/>
              <a:defRPr sz="1000">
                <a:highlight>
                  <a:schemeClr val="lt2"/>
                </a:highlight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None/>
              <a:defRPr sz="1000">
                <a:highlight>
                  <a:schemeClr val="lt2"/>
                </a:highlight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None/>
              <a:defRPr sz="1000">
                <a:highlight>
                  <a:schemeClr val="lt2"/>
                </a:highlight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None/>
              <a:defRPr sz="1000">
                <a:highlight>
                  <a:schemeClr val="lt2"/>
                </a:highlight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None/>
              <a:defRPr sz="1000">
                <a:highlight>
                  <a:schemeClr val="lt2"/>
                </a:highlight>
              </a:defRPr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59">
          <p15:clr>
            <a:srgbClr val="E46962"/>
          </p15:clr>
        </p15:guide>
        <p15:guide id="2" pos="159">
          <p15:clr>
            <a:srgbClr val="E46962"/>
          </p15:clr>
        </p15:guide>
        <p15:guide id="3" pos="5601">
          <p15:clr>
            <a:srgbClr val="E46962"/>
          </p15:clr>
        </p15:guide>
        <p15:guide id="4" orient="horz" pos="3081">
          <p15:clr>
            <a:srgbClr val="E46962"/>
          </p15:clr>
        </p15:guide>
        <p15:guide id="5" pos="468">
          <p15:clr>
            <a:srgbClr val="E46962"/>
          </p15:clr>
        </p15:guide>
        <p15:guide id="6" pos="5292">
          <p15:clr>
            <a:srgbClr val="E46962"/>
          </p15:clr>
        </p15:guide>
        <p15:guide id="7" orient="horz" pos="468">
          <p15:clr>
            <a:srgbClr val="E46962"/>
          </p15:clr>
        </p15:guide>
        <p15:guide id="8" orient="horz" pos="2772">
          <p15:clr>
            <a:srgbClr val="E46962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ntroduction - Alt 1">
  <p:cSld name="CUSTOM_1">
    <p:bg>
      <p:bgPr>
        <a:solidFill>
          <a:schemeClr val="accent2"/>
        </a:solidFill>
        <a:effectLst/>
      </p:bgPr>
    </p:bg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8"/>
          <p:cNvSpPr/>
          <p:nvPr/>
        </p:nvSpPr>
        <p:spPr>
          <a:xfrm>
            <a:off x="743700" y="2071975"/>
            <a:ext cx="357300" cy="5103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Space Grotesk Medium"/>
              <a:ea typeface="Space Grotesk Medium"/>
              <a:cs typeface="Space Grotesk Medium"/>
              <a:sym typeface="Space Grotesk Medium"/>
            </a:endParaRPr>
          </a:p>
        </p:txBody>
      </p:sp>
      <p:sp>
        <p:nvSpPr>
          <p:cNvPr id="109" name="Google Shape;109;p8"/>
          <p:cNvSpPr>
            <a:spLocks noGrp="1"/>
          </p:cNvSpPr>
          <p:nvPr>
            <p:ph type="pic" idx="2"/>
          </p:nvPr>
        </p:nvSpPr>
        <p:spPr>
          <a:xfrm>
            <a:off x="978875" y="2071975"/>
            <a:ext cx="3761700" cy="26802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en-CA"/>
          </a:p>
        </p:txBody>
      </p:sp>
      <p:sp>
        <p:nvSpPr>
          <p:cNvPr id="110" name="Google Shape;110;p8"/>
          <p:cNvSpPr/>
          <p:nvPr/>
        </p:nvSpPr>
        <p:spPr>
          <a:xfrm>
            <a:off x="743700" y="743700"/>
            <a:ext cx="4529700" cy="13506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Space Grotesk Medium"/>
              <a:ea typeface="Space Grotesk Medium"/>
              <a:cs typeface="Space Grotesk Medium"/>
              <a:sym typeface="Space Grotesk Medium"/>
            </a:endParaRPr>
          </a:p>
        </p:txBody>
      </p:sp>
      <p:sp>
        <p:nvSpPr>
          <p:cNvPr id="111" name="Google Shape;111;p8"/>
          <p:cNvSpPr/>
          <p:nvPr/>
        </p:nvSpPr>
        <p:spPr>
          <a:xfrm>
            <a:off x="1285575" y="2039600"/>
            <a:ext cx="385200" cy="829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Space Grotesk Medium"/>
              <a:ea typeface="Space Grotesk Medium"/>
              <a:cs typeface="Space Grotesk Medium"/>
              <a:sym typeface="Space Grotesk Medium"/>
            </a:endParaRPr>
          </a:p>
        </p:txBody>
      </p:sp>
      <p:sp>
        <p:nvSpPr>
          <p:cNvPr id="112" name="Google Shape;112;p8"/>
          <p:cNvSpPr/>
          <p:nvPr/>
        </p:nvSpPr>
        <p:spPr>
          <a:xfrm>
            <a:off x="742950" y="3098550"/>
            <a:ext cx="1359900" cy="4926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Space Grotesk Medium"/>
              <a:ea typeface="Space Grotesk Medium"/>
              <a:cs typeface="Space Grotesk Medium"/>
              <a:sym typeface="Space Grotesk Medium"/>
            </a:endParaRPr>
          </a:p>
        </p:txBody>
      </p:sp>
      <p:sp>
        <p:nvSpPr>
          <p:cNvPr id="113" name="Google Shape;113;p8"/>
          <p:cNvSpPr/>
          <p:nvPr/>
        </p:nvSpPr>
        <p:spPr>
          <a:xfrm>
            <a:off x="4718150" y="3884200"/>
            <a:ext cx="765000" cy="8679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Space Grotesk Medium"/>
              <a:ea typeface="Space Grotesk Medium"/>
              <a:cs typeface="Space Grotesk Medium"/>
              <a:sym typeface="Space Grotesk Medium"/>
            </a:endParaRPr>
          </a:p>
        </p:txBody>
      </p:sp>
      <p:sp>
        <p:nvSpPr>
          <p:cNvPr id="114" name="Google Shape;114;p8"/>
          <p:cNvSpPr/>
          <p:nvPr/>
        </p:nvSpPr>
        <p:spPr>
          <a:xfrm>
            <a:off x="3800525" y="2039600"/>
            <a:ext cx="1004100" cy="7062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Space Grotesk Medium"/>
              <a:ea typeface="Space Grotesk Medium"/>
              <a:cs typeface="Space Grotesk Medium"/>
              <a:sym typeface="Space Grotesk Medium"/>
            </a:endParaRPr>
          </a:p>
        </p:txBody>
      </p:sp>
      <p:sp>
        <p:nvSpPr>
          <p:cNvPr id="115" name="Google Shape;115;p8"/>
          <p:cNvSpPr/>
          <p:nvPr/>
        </p:nvSpPr>
        <p:spPr>
          <a:xfrm>
            <a:off x="4718150" y="378500"/>
            <a:ext cx="3552000" cy="40212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116" name="Google Shape;116;p8"/>
          <p:cNvSpPr txBox="1">
            <a:spLocks noGrp="1"/>
          </p:cNvSpPr>
          <p:nvPr>
            <p:ph type="title"/>
          </p:nvPr>
        </p:nvSpPr>
        <p:spPr>
          <a:xfrm>
            <a:off x="4946700" y="623600"/>
            <a:ext cx="3093300" cy="1668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"/>
              <a:buNone/>
              <a:defRPr sz="1500">
                <a:highlight>
                  <a:schemeClr val="lt2"/>
                </a:highlight>
                <a:latin typeface="Space Grotesk"/>
                <a:ea typeface="Space Grotesk"/>
                <a:cs typeface="Space Grotesk"/>
                <a:sym typeface="Space Grotesk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"/>
              <a:buNone/>
              <a:defRPr sz="1500">
                <a:highlight>
                  <a:schemeClr val="lt2"/>
                </a:highlight>
                <a:latin typeface="Space Grotesk"/>
                <a:ea typeface="Space Grotesk"/>
                <a:cs typeface="Space Grotesk"/>
                <a:sym typeface="Space Grotesk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"/>
              <a:buNone/>
              <a:defRPr sz="1500">
                <a:highlight>
                  <a:schemeClr val="lt2"/>
                </a:highlight>
                <a:latin typeface="Space Grotesk"/>
                <a:ea typeface="Space Grotesk"/>
                <a:cs typeface="Space Grotesk"/>
                <a:sym typeface="Space Grotesk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"/>
              <a:buNone/>
              <a:defRPr sz="1500">
                <a:highlight>
                  <a:schemeClr val="lt2"/>
                </a:highlight>
                <a:latin typeface="Space Grotesk"/>
                <a:ea typeface="Space Grotesk"/>
                <a:cs typeface="Space Grotesk"/>
                <a:sym typeface="Space Grotesk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"/>
              <a:buNone/>
              <a:defRPr sz="1500">
                <a:highlight>
                  <a:schemeClr val="lt2"/>
                </a:highlight>
                <a:latin typeface="Space Grotesk"/>
                <a:ea typeface="Space Grotesk"/>
                <a:cs typeface="Space Grotesk"/>
                <a:sym typeface="Space Grotesk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"/>
              <a:buNone/>
              <a:defRPr sz="1500">
                <a:highlight>
                  <a:schemeClr val="lt2"/>
                </a:highlight>
                <a:latin typeface="Space Grotesk"/>
                <a:ea typeface="Space Grotesk"/>
                <a:cs typeface="Space Grotesk"/>
                <a:sym typeface="Space Grotesk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"/>
              <a:buNone/>
              <a:defRPr sz="1500">
                <a:highlight>
                  <a:schemeClr val="lt2"/>
                </a:highlight>
                <a:latin typeface="Space Grotesk"/>
                <a:ea typeface="Space Grotesk"/>
                <a:cs typeface="Space Grotesk"/>
                <a:sym typeface="Space Grotesk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"/>
              <a:buNone/>
              <a:defRPr sz="1500">
                <a:highlight>
                  <a:schemeClr val="lt2"/>
                </a:highlight>
                <a:latin typeface="Space Grotesk"/>
                <a:ea typeface="Space Grotesk"/>
                <a:cs typeface="Space Grotesk"/>
                <a:sym typeface="Space Grotesk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"/>
              <a:buNone/>
              <a:defRPr sz="1500">
                <a:highlight>
                  <a:schemeClr val="lt2"/>
                </a:highlight>
                <a:latin typeface="Space Grotesk"/>
                <a:ea typeface="Space Grotesk"/>
                <a:cs typeface="Space Grotesk"/>
                <a:sym typeface="Space Grotesk"/>
              </a:defRPr>
            </a:lvl9pPr>
          </a:lstStyle>
          <a:p>
            <a:endParaRPr/>
          </a:p>
        </p:txBody>
      </p:sp>
      <p:sp>
        <p:nvSpPr>
          <p:cNvPr id="117" name="Google Shape;117;p8"/>
          <p:cNvSpPr>
            <a:spLocks noGrp="1"/>
          </p:cNvSpPr>
          <p:nvPr>
            <p:ph type="pic" idx="3"/>
          </p:nvPr>
        </p:nvSpPr>
        <p:spPr>
          <a:xfrm>
            <a:off x="742950" y="3591150"/>
            <a:ext cx="1359900" cy="9708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en-CA"/>
          </a:p>
        </p:txBody>
      </p:sp>
      <p:sp>
        <p:nvSpPr>
          <p:cNvPr id="118" name="Google Shape;118;p8"/>
          <p:cNvSpPr txBox="1">
            <a:spLocks noGrp="1"/>
          </p:cNvSpPr>
          <p:nvPr>
            <p:ph type="title" idx="4"/>
          </p:nvPr>
        </p:nvSpPr>
        <p:spPr>
          <a:xfrm>
            <a:off x="883025" y="797467"/>
            <a:ext cx="3921600" cy="912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500"/>
              <a:buFont typeface="Space Grotesk"/>
              <a:buNone/>
              <a:defRPr sz="3500">
                <a:highlight>
                  <a:schemeClr val="lt2"/>
                </a:highlight>
                <a:latin typeface="Space Grotesk"/>
                <a:ea typeface="Space Grotesk"/>
                <a:cs typeface="Space Grotesk"/>
                <a:sym typeface="Space Grotesk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7700"/>
              <a:buNone/>
              <a:defRPr sz="7700"/>
            </a:lvl2pPr>
            <a:lvl3pPr lvl="2" algn="ctr">
              <a:spcBef>
                <a:spcPts val="0"/>
              </a:spcBef>
              <a:spcAft>
                <a:spcPts val="0"/>
              </a:spcAft>
              <a:buSzPts val="7700"/>
              <a:buNone/>
              <a:defRPr sz="7700"/>
            </a:lvl3pPr>
            <a:lvl4pPr lvl="3" algn="ctr">
              <a:spcBef>
                <a:spcPts val="0"/>
              </a:spcBef>
              <a:spcAft>
                <a:spcPts val="0"/>
              </a:spcAft>
              <a:buSzPts val="7700"/>
              <a:buNone/>
              <a:defRPr sz="7700"/>
            </a:lvl4pPr>
            <a:lvl5pPr lvl="4" algn="ctr">
              <a:spcBef>
                <a:spcPts val="0"/>
              </a:spcBef>
              <a:spcAft>
                <a:spcPts val="0"/>
              </a:spcAft>
              <a:buSzPts val="7700"/>
              <a:buNone/>
              <a:defRPr sz="7700"/>
            </a:lvl5pPr>
            <a:lvl6pPr lvl="5" algn="ctr">
              <a:spcBef>
                <a:spcPts val="0"/>
              </a:spcBef>
              <a:spcAft>
                <a:spcPts val="0"/>
              </a:spcAft>
              <a:buSzPts val="7700"/>
              <a:buNone/>
              <a:defRPr sz="7700"/>
            </a:lvl6pPr>
            <a:lvl7pPr lvl="6" algn="ctr">
              <a:spcBef>
                <a:spcPts val="0"/>
              </a:spcBef>
              <a:spcAft>
                <a:spcPts val="0"/>
              </a:spcAft>
              <a:buSzPts val="7700"/>
              <a:buNone/>
              <a:defRPr sz="7700"/>
            </a:lvl7pPr>
            <a:lvl8pPr lvl="7" algn="ctr">
              <a:spcBef>
                <a:spcPts val="0"/>
              </a:spcBef>
              <a:spcAft>
                <a:spcPts val="0"/>
              </a:spcAft>
              <a:buSzPts val="7700"/>
              <a:buNone/>
              <a:defRPr sz="7700"/>
            </a:lvl8pPr>
            <a:lvl9pPr lvl="8" algn="ctr">
              <a:spcBef>
                <a:spcPts val="0"/>
              </a:spcBef>
              <a:spcAft>
                <a:spcPts val="0"/>
              </a:spcAft>
              <a:buSzPts val="7700"/>
              <a:buNone/>
              <a:defRPr sz="7700"/>
            </a:lvl9pPr>
          </a:lstStyle>
          <a:p>
            <a:endParaRPr/>
          </a:p>
        </p:txBody>
      </p:sp>
      <p:sp>
        <p:nvSpPr>
          <p:cNvPr id="119" name="Google Shape;119;p8"/>
          <p:cNvSpPr/>
          <p:nvPr/>
        </p:nvSpPr>
        <p:spPr>
          <a:xfrm>
            <a:off x="956075" y="1848025"/>
            <a:ext cx="357300" cy="5934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Space Grotesk Medium"/>
              <a:ea typeface="Space Grotesk Medium"/>
              <a:cs typeface="Space Grotesk Medium"/>
              <a:sym typeface="Space Grotesk Medium"/>
            </a:endParaRPr>
          </a:p>
        </p:txBody>
      </p:sp>
      <p:sp>
        <p:nvSpPr>
          <p:cNvPr id="120" name="Google Shape;120;p8"/>
          <p:cNvSpPr txBox="1">
            <a:spLocks noGrp="1"/>
          </p:cNvSpPr>
          <p:nvPr>
            <p:ph type="title" idx="5"/>
          </p:nvPr>
        </p:nvSpPr>
        <p:spPr>
          <a:xfrm>
            <a:off x="883025" y="1805225"/>
            <a:ext cx="3093300" cy="266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"/>
              <a:buNone/>
              <a:defRPr sz="1500">
                <a:highlight>
                  <a:schemeClr val="lt2"/>
                </a:highlight>
                <a:latin typeface="Space Grotesk"/>
                <a:ea typeface="Space Grotesk"/>
                <a:cs typeface="Space Grotesk"/>
                <a:sym typeface="Space Grotesk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"/>
              <a:buNone/>
              <a:defRPr sz="1500">
                <a:highlight>
                  <a:schemeClr val="lt2"/>
                </a:highlight>
                <a:latin typeface="Space Grotesk"/>
                <a:ea typeface="Space Grotesk"/>
                <a:cs typeface="Space Grotesk"/>
                <a:sym typeface="Space Grotesk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"/>
              <a:buNone/>
              <a:defRPr sz="1500">
                <a:highlight>
                  <a:schemeClr val="lt2"/>
                </a:highlight>
                <a:latin typeface="Space Grotesk"/>
                <a:ea typeface="Space Grotesk"/>
                <a:cs typeface="Space Grotesk"/>
                <a:sym typeface="Space Grotesk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"/>
              <a:buNone/>
              <a:defRPr sz="1500">
                <a:highlight>
                  <a:schemeClr val="lt2"/>
                </a:highlight>
                <a:latin typeface="Space Grotesk"/>
                <a:ea typeface="Space Grotesk"/>
                <a:cs typeface="Space Grotesk"/>
                <a:sym typeface="Space Grotesk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"/>
              <a:buNone/>
              <a:defRPr sz="1500">
                <a:highlight>
                  <a:schemeClr val="lt2"/>
                </a:highlight>
                <a:latin typeface="Space Grotesk"/>
                <a:ea typeface="Space Grotesk"/>
                <a:cs typeface="Space Grotesk"/>
                <a:sym typeface="Space Grotesk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"/>
              <a:buNone/>
              <a:defRPr sz="1500">
                <a:highlight>
                  <a:schemeClr val="lt2"/>
                </a:highlight>
                <a:latin typeface="Space Grotesk"/>
                <a:ea typeface="Space Grotesk"/>
                <a:cs typeface="Space Grotesk"/>
                <a:sym typeface="Space Grotesk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"/>
              <a:buNone/>
              <a:defRPr sz="1500">
                <a:highlight>
                  <a:schemeClr val="lt2"/>
                </a:highlight>
                <a:latin typeface="Space Grotesk"/>
                <a:ea typeface="Space Grotesk"/>
                <a:cs typeface="Space Grotesk"/>
                <a:sym typeface="Space Grotesk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"/>
              <a:buNone/>
              <a:defRPr sz="1500">
                <a:highlight>
                  <a:schemeClr val="lt2"/>
                </a:highlight>
                <a:latin typeface="Space Grotesk"/>
                <a:ea typeface="Space Grotesk"/>
                <a:cs typeface="Space Grotesk"/>
                <a:sym typeface="Space Grotesk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"/>
              <a:buNone/>
              <a:defRPr sz="1500">
                <a:highlight>
                  <a:schemeClr val="lt2"/>
                </a:highlight>
                <a:latin typeface="Space Grotesk"/>
                <a:ea typeface="Space Grotesk"/>
                <a:cs typeface="Space Grotesk"/>
                <a:sym typeface="Space Grotesk"/>
              </a:defRPr>
            </a:lvl9pPr>
          </a:lstStyle>
          <a:p>
            <a:endParaRPr/>
          </a:p>
        </p:txBody>
      </p:sp>
      <p:sp>
        <p:nvSpPr>
          <p:cNvPr id="121" name="Google Shape;121;p8"/>
          <p:cNvSpPr txBox="1">
            <a:spLocks noGrp="1"/>
          </p:cNvSpPr>
          <p:nvPr>
            <p:ph type="title" idx="6"/>
          </p:nvPr>
        </p:nvSpPr>
        <p:spPr>
          <a:xfrm>
            <a:off x="812500" y="3259700"/>
            <a:ext cx="1463700" cy="451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None/>
              <a:defRPr sz="1000">
                <a:latin typeface="Space Grotesk"/>
                <a:ea typeface="Space Grotesk"/>
                <a:cs typeface="Space Grotesk"/>
                <a:sym typeface="Space Grotesk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None/>
              <a:defRPr sz="1000">
                <a:latin typeface="Space Grotesk"/>
                <a:ea typeface="Space Grotesk"/>
                <a:cs typeface="Space Grotesk"/>
                <a:sym typeface="Space Grotesk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None/>
              <a:defRPr sz="1000">
                <a:latin typeface="Space Grotesk"/>
                <a:ea typeface="Space Grotesk"/>
                <a:cs typeface="Space Grotesk"/>
                <a:sym typeface="Space Grotesk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None/>
              <a:defRPr sz="1000">
                <a:latin typeface="Space Grotesk"/>
                <a:ea typeface="Space Grotesk"/>
                <a:cs typeface="Space Grotesk"/>
                <a:sym typeface="Space Grotesk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None/>
              <a:defRPr sz="1000">
                <a:latin typeface="Space Grotesk"/>
                <a:ea typeface="Space Grotesk"/>
                <a:cs typeface="Space Grotesk"/>
                <a:sym typeface="Space Grotesk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None/>
              <a:defRPr sz="1000">
                <a:latin typeface="Space Grotesk"/>
                <a:ea typeface="Space Grotesk"/>
                <a:cs typeface="Space Grotesk"/>
                <a:sym typeface="Space Grotesk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None/>
              <a:defRPr sz="1000">
                <a:latin typeface="Space Grotesk"/>
                <a:ea typeface="Space Grotesk"/>
                <a:cs typeface="Space Grotesk"/>
                <a:sym typeface="Space Grotesk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None/>
              <a:defRPr sz="1000">
                <a:latin typeface="Space Grotesk"/>
                <a:ea typeface="Space Grotesk"/>
                <a:cs typeface="Space Grotesk"/>
                <a:sym typeface="Space Grotesk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None/>
              <a:defRPr sz="1000">
                <a:latin typeface="Space Grotesk"/>
                <a:ea typeface="Space Grotesk"/>
                <a:cs typeface="Space Grotesk"/>
                <a:sym typeface="Space Grotesk"/>
              </a:defRPr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59">
          <p15:clr>
            <a:srgbClr val="E46962"/>
          </p15:clr>
        </p15:guide>
        <p15:guide id="2" pos="159">
          <p15:clr>
            <a:srgbClr val="E46962"/>
          </p15:clr>
        </p15:guide>
        <p15:guide id="3" pos="5601">
          <p15:clr>
            <a:srgbClr val="E46962"/>
          </p15:clr>
        </p15:guide>
        <p15:guide id="4" orient="horz" pos="3081">
          <p15:clr>
            <a:srgbClr val="E46962"/>
          </p15:clr>
        </p15:guide>
        <p15:guide id="5" pos="468">
          <p15:clr>
            <a:srgbClr val="E46962"/>
          </p15:clr>
        </p15:guide>
        <p15:guide id="6" pos="5292">
          <p15:clr>
            <a:srgbClr val="E46962"/>
          </p15:clr>
        </p15:guide>
        <p15:guide id="7" orient="horz" pos="468">
          <p15:clr>
            <a:srgbClr val="E46962"/>
          </p15:clr>
        </p15:guide>
        <p15:guide id="8" orient="horz" pos="2772">
          <p15:clr>
            <a:srgbClr val="E46962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ree big ideas + image">
  <p:cSld name="BLANK_1_1_1_1_1_1_1_1_1_1_1_1_1_1_2">
    <p:bg>
      <p:bgPr>
        <a:solidFill>
          <a:schemeClr val="dk1"/>
        </a:solidFill>
        <a:effectLst/>
      </p:bgPr>
    </p:bg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9"/>
          <p:cNvSpPr txBox="1">
            <a:spLocks noGrp="1"/>
          </p:cNvSpPr>
          <p:nvPr>
            <p:ph type="body" idx="1"/>
          </p:nvPr>
        </p:nvSpPr>
        <p:spPr>
          <a:xfrm>
            <a:off x="3721600" y="3126450"/>
            <a:ext cx="1384800" cy="1628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Char char="●"/>
              <a:defRPr sz="1000"/>
            </a:lvl1pPr>
            <a:lvl2pPr marL="914400" lvl="1" indent="-292100">
              <a:spcBef>
                <a:spcPts val="800"/>
              </a:spcBef>
              <a:spcAft>
                <a:spcPts val="0"/>
              </a:spcAft>
              <a:buSzPts val="1000"/>
              <a:buFont typeface="Space Grotesk"/>
              <a:buChar char="○"/>
              <a:defRPr sz="1000"/>
            </a:lvl2pPr>
            <a:lvl3pPr marL="1371600" lvl="2" indent="-292100">
              <a:spcBef>
                <a:spcPts val="800"/>
              </a:spcBef>
              <a:spcAft>
                <a:spcPts val="0"/>
              </a:spcAft>
              <a:buSzPts val="1000"/>
              <a:buFont typeface="Space Grotesk"/>
              <a:buChar char="■"/>
              <a:defRPr sz="1000"/>
            </a:lvl3pPr>
            <a:lvl4pPr marL="1828800" lvl="3" indent="-292100">
              <a:spcBef>
                <a:spcPts val="800"/>
              </a:spcBef>
              <a:spcAft>
                <a:spcPts val="0"/>
              </a:spcAft>
              <a:buSzPts val="1000"/>
              <a:buFont typeface="Space Grotesk"/>
              <a:buChar char="●"/>
              <a:defRPr sz="1000"/>
            </a:lvl4pPr>
            <a:lvl5pPr marL="2286000" lvl="4" indent="-292100">
              <a:spcBef>
                <a:spcPts val="800"/>
              </a:spcBef>
              <a:spcAft>
                <a:spcPts val="0"/>
              </a:spcAft>
              <a:buSzPts val="1000"/>
              <a:buFont typeface="Space Grotesk"/>
              <a:buChar char="○"/>
              <a:defRPr sz="1000"/>
            </a:lvl5pPr>
            <a:lvl6pPr marL="2743200" lvl="5" indent="-292100">
              <a:spcBef>
                <a:spcPts val="800"/>
              </a:spcBef>
              <a:spcAft>
                <a:spcPts val="0"/>
              </a:spcAft>
              <a:buSzPts val="1000"/>
              <a:buFont typeface="Space Grotesk"/>
              <a:buChar char="■"/>
              <a:defRPr sz="1000"/>
            </a:lvl6pPr>
            <a:lvl7pPr marL="3200400" lvl="6" indent="-292100">
              <a:spcBef>
                <a:spcPts val="800"/>
              </a:spcBef>
              <a:spcAft>
                <a:spcPts val="0"/>
              </a:spcAft>
              <a:buSzPts val="1000"/>
              <a:buFont typeface="Space Grotesk"/>
              <a:buChar char="●"/>
              <a:defRPr sz="1000"/>
            </a:lvl7pPr>
            <a:lvl8pPr marL="3657600" lvl="7" indent="-292100">
              <a:spcBef>
                <a:spcPts val="800"/>
              </a:spcBef>
              <a:spcAft>
                <a:spcPts val="0"/>
              </a:spcAft>
              <a:buSzPts val="1000"/>
              <a:buFont typeface="Space Grotesk"/>
              <a:buChar char="○"/>
              <a:defRPr sz="1000"/>
            </a:lvl8pPr>
            <a:lvl9pPr marL="4114800" lvl="8" indent="-292100">
              <a:spcBef>
                <a:spcPts val="800"/>
              </a:spcBef>
              <a:spcAft>
                <a:spcPts val="800"/>
              </a:spcAft>
              <a:buSzPts val="1000"/>
              <a:buFont typeface="Space Grotesk"/>
              <a:buChar char="■"/>
              <a:defRPr sz="1000"/>
            </a:lvl9pPr>
          </a:lstStyle>
          <a:p>
            <a:endParaRPr/>
          </a:p>
        </p:txBody>
      </p:sp>
      <p:sp>
        <p:nvSpPr>
          <p:cNvPr id="124" name="Google Shape;124;p9"/>
          <p:cNvSpPr>
            <a:spLocks noGrp="1"/>
          </p:cNvSpPr>
          <p:nvPr>
            <p:ph type="pic" idx="2"/>
          </p:nvPr>
        </p:nvSpPr>
        <p:spPr>
          <a:xfrm>
            <a:off x="0" y="0"/>
            <a:ext cx="2546700" cy="35832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en-CA"/>
          </a:p>
        </p:txBody>
      </p:sp>
      <p:sp>
        <p:nvSpPr>
          <p:cNvPr id="125" name="Google Shape;125;p9"/>
          <p:cNvSpPr>
            <a:spLocks noGrp="1"/>
          </p:cNvSpPr>
          <p:nvPr>
            <p:ph type="pic" idx="3"/>
          </p:nvPr>
        </p:nvSpPr>
        <p:spPr>
          <a:xfrm>
            <a:off x="280475" y="474638"/>
            <a:ext cx="2940900" cy="46689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en-CA"/>
          </a:p>
        </p:txBody>
      </p:sp>
      <p:sp>
        <p:nvSpPr>
          <p:cNvPr id="126" name="Google Shape;126;p9"/>
          <p:cNvSpPr/>
          <p:nvPr/>
        </p:nvSpPr>
        <p:spPr>
          <a:xfrm>
            <a:off x="3596536" y="253823"/>
            <a:ext cx="1082100" cy="3429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127" name="Google Shape;127;p9"/>
          <p:cNvSpPr txBox="1">
            <a:spLocks noGrp="1"/>
          </p:cNvSpPr>
          <p:nvPr>
            <p:ph type="body" idx="4"/>
          </p:nvPr>
        </p:nvSpPr>
        <p:spPr>
          <a:xfrm>
            <a:off x="5511500" y="3126450"/>
            <a:ext cx="1384800" cy="1628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Char char="●"/>
              <a:defRPr sz="1000"/>
            </a:lvl1pPr>
            <a:lvl2pPr marL="914400" lvl="1" indent="-292100">
              <a:spcBef>
                <a:spcPts val="800"/>
              </a:spcBef>
              <a:spcAft>
                <a:spcPts val="0"/>
              </a:spcAft>
              <a:buSzPts val="1000"/>
              <a:buFont typeface="Space Grotesk"/>
              <a:buChar char="○"/>
              <a:defRPr sz="1000"/>
            </a:lvl2pPr>
            <a:lvl3pPr marL="1371600" lvl="2" indent="-292100">
              <a:spcBef>
                <a:spcPts val="800"/>
              </a:spcBef>
              <a:spcAft>
                <a:spcPts val="0"/>
              </a:spcAft>
              <a:buSzPts val="1000"/>
              <a:buFont typeface="Space Grotesk"/>
              <a:buChar char="■"/>
              <a:defRPr sz="1000"/>
            </a:lvl3pPr>
            <a:lvl4pPr marL="1828800" lvl="3" indent="-292100">
              <a:spcBef>
                <a:spcPts val="800"/>
              </a:spcBef>
              <a:spcAft>
                <a:spcPts val="0"/>
              </a:spcAft>
              <a:buSzPts val="1000"/>
              <a:buFont typeface="Space Grotesk"/>
              <a:buChar char="●"/>
              <a:defRPr sz="1000"/>
            </a:lvl4pPr>
            <a:lvl5pPr marL="2286000" lvl="4" indent="-292100">
              <a:spcBef>
                <a:spcPts val="800"/>
              </a:spcBef>
              <a:spcAft>
                <a:spcPts val="0"/>
              </a:spcAft>
              <a:buSzPts val="1000"/>
              <a:buFont typeface="Space Grotesk"/>
              <a:buChar char="○"/>
              <a:defRPr sz="1000"/>
            </a:lvl5pPr>
            <a:lvl6pPr marL="2743200" lvl="5" indent="-292100">
              <a:spcBef>
                <a:spcPts val="800"/>
              </a:spcBef>
              <a:spcAft>
                <a:spcPts val="0"/>
              </a:spcAft>
              <a:buSzPts val="1000"/>
              <a:buFont typeface="Space Grotesk"/>
              <a:buChar char="■"/>
              <a:defRPr sz="1000"/>
            </a:lvl6pPr>
            <a:lvl7pPr marL="3200400" lvl="6" indent="-292100">
              <a:spcBef>
                <a:spcPts val="800"/>
              </a:spcBef>
              <a:spcAft>
                <a:spcPts val="0"/>
              </a:spcAft>
              <a:buSzPts val="1000"/>
              <a:buFont typeface="Space Grotesk"/>
              <a:buChar char="●"/>
              <a:defRPr sz="1000"/>
            </a:lvl7pPr>
            <a:lvl8pPr marL="3657600" lvl="7" indent="-292100">
              <a:spcBef>
                <a:spcPts val="800"/>
              </a:spcBef>
              <a:spcAft>
                <a:spcPts val="0"/>
              </a:spcAft>
              <a:buSzPts val="1000"/>
              <a:buFont typeface="Space Grotesk"/>
              <a:buChar char="○"/>
              <a:defRPr sz="1000"/>
            </a:lvl8pPr>
            <a:lvl9pPr marL="4114800" lvl="8" indent="-292100">
              <a:spcBef>
                <a:spcPts val="800"/>
              </a:spcBef>
              <a:spcAft>
                <a:spcPts val="800"/>
              </a:spcAft>
              <a:buSzPts val="1000"/>
              <a:buFont typeface="Space Grotesk"/>
              <a:buChar char="■"/>
              <a:defRPr sz="1000"/>
            </a:lvl9pPr>
          </a:lstStyle>
          <a:p>
            <a:endParaRPr/>
          </a:p>
        </p:txBody>
      </p:sp>
      <p:sp>
        <p:nvSpPr>
          <p:cNvPr id="128" name="Google Shape;128;p9"/>
          <p:cNvSpPr txBox="1">
            <a:spLocks noGrp="1"/>
          </p:cNvSpPr>
          <p:nvPr>
            <p:ph type="body" idx="5"/>
          </p:nvPr>
        </p:nvSpPr>
        <p:spPr>
          <a:xfrm>
            <a:off x="7293076" y="3126450"/>
            <a:ext cx="1461000" cy="1628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Char char="●"/>
              <a:defRPr sz="1000"/>
            </a:lvl1pPr>
            <a:lvl2pPr marL="914400" lvl="1" indent="-292100">
              <a:spcBef>
                <a:spcPts val="800"/>
              </a:spcBef>
              <a:spcAft>
                <a:spcPts val="0"/>
              </a:spcAft>
              <a:buSzPts val="1000"/>
              <a:buFont typeface="Space Grotesk"/>
              <a:buChar char="○"/>
              <a:defRPr sz="1000"/>
            </a:lvl2pPr>
            <a:lvl3pPr marL="1371600" lvl="2" indent="-292100">
              <a:spcBef>
                <a:spcPts val="800"/>
              </a:spcBef>
              <a:spcAft>
                <a:spcPts val="0"/>
              </a:spcAft>
              <a:buSzPts val="1000"/>
              <a:buFont typeface="Space Grotesk"/>
              <a:buChar char="■"/>
              <a:defRPr sz="1000"/>
            </a:lvl3pPr>
            <a:lvl4pPr marL="1828800" lvl="3" indent="-292100">
              <a:spcBef>
                <a:spcPts val="800"/>
              </a:spcBef>
              <a:spcAft>
                <a:spcPts val="0"/>
              </a:spcAft>
              <a:buSzPts val="1000"/>
              <a:buFont typeface="Space Grotesk"/>
              <a:buChar char="●"/>
              <a:defRPr sz="1000"/>
            </a:lvl4pPr>
            <a:lvl5pPr marL="2286000" lvl="4" indent="-292100">
              <a:spcBef>
                <a:spcPts val="800"/>
              </a:spcBef>
              <a:spcAft>
                <a:spcPts val="0"/>
              </a:spcAft>
              <a:buSzPts val="1000"/>
              <a:buFont typeface="Space Grotesk"/>
              <a:buChar char="○"/>
              <a:defRPr sz="1000"/>
            </a:lvl5pPr>
            <a:lvl6pPr marL="2743200" lvl="5" indent="-292100">
              <a:spcBef>
                <a:spcPts val="800"/>
              </a:spcBef>
              <a:spcAft>
                <a:spcPts val="0"/>
              </a:spcAft>
              <a:buSzPts val="1000"/>
              <a:buFont typeface="Space Grotesk"/>
              <a:buChar char="■"/>
              <a:defRPr sz="1000"/>
            </a:lvl6pPr>
            <a:lvl7pPr marL="3200400" lvl="6" indent="-292100">
              <a:spcBef>
                <a:spcPts val="800"/>
              </a:spcBef>
              <a:spcAft>
                <a:spcPts val="0"/>
              </a:spcAft>
              <a:buSzPts val="1000"/>
              <a:buFont typeface="Space Grotesk"/>
              <a:buChar char="●"/>
              <a:defRPr sz="1000"/>
            </a:lvl7pPr>
            <a:lvl8pPr marL="3657600" lvl="7" indent="-292100">
              <a:spcBef>
                <a:spcPts val="800"/>
              </a:spcBef>
              <a:spcAft>
                <a:spcPts val="0"/>
              </a:spcAft>
              <a:buSzPts val="1000"/>
              <a:buFont typeface="Space Grotesk"/>
              <a:buChar char="○"/>
              <a:defRPr sz="1000"/>
            </a:lvl8pPr>
            <a:lvl9pPr marL="4114800" lvl="8" indent="-292100">
              <a:spcBef>
                <a:spcPts val="800"/>
              </a:spcBef>
              <a:spcAft>
                <a:spcPts val="800"/>
              </a:spcAft>
              <a:buSzPts val="1000"/>
              <a:buFont typeface="Space Grotesk"/>
              <a:buChar char="■"/>
              <a:defRPr sz="1000"/>
            </a:lvl9pPr>
          </a:lstStyle>
          <a:p>
            <a:endParaRPr/>
          </a:p>
        </p:txBody>
      </p:sp>
      <p:sp>
        <p:nvSpPr>
          <p:cNvPr id="129" name="Google Shape;129;p9"/>
          <p:cNvSpPr txBox="1">
            <a:spLocks noGrp="1"/>
          </p:cNvSpPr>
          <p:nvPr>
            <p:ph type="title"/>
          </p:nvPr>
        </p:nvSpPr>
        <p:spPr>
          <a:xfrm>
            <a:off x="3598725" y="1485838"/>
            <a:ext cx="4801500" cy="751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9pPr>
          </a:lstStyle>
          <a:p>
            <a:endParaRPr/>
          </a:p>
        </p:txBody>
      </p:sp>
      <p:sp>
        <p:nvSpPr>
          <p:cNvPr id="130" name="Google Shape;130;p9"/>
          <p:cNvSpPr txBox="1">
            <a:spLocks noGrp="1"/>
          </p:cNvSpPr>
          <p:nvPr>
            <p:ph type="subTitle" idx="6"/>
          </p:nvPr>
        </p:nvSpPr>
        <p:spPr>
          <a:xfrm>
            <a:off x="3721600" y="2709275"/>
            <a:ext cx="1574700" cy="2427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Space Grotesk"/>
              <a:buNone/>
              <a:defRPr sz="1500">
                <a:solidFill>
                  <a:schemeClr val="lt2"/>
                </a:solidFill>
              </a:defRPr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Space Grotesk"/>
              <a:buNone/>
              <a:defRPr sz="1500">
                <a:solidFill>
                  <a:schemeClr val="lt2"/>
                </a:solidFill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Space Grotesk"/>
              <a:buNone/>
              <a:defRPr sz="1500">
                <a:solidFill>
                  <a:schemeClr val="lt2"/>
                </a:solidFill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Space Grotesk"/>
              <a:buNone/>
              <a:defRPr sz="1500">
                <a:solidFill>
                  <a:schemeClr val="lt2"/>
                </a:solidFill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Space Grotesk"/>
              <a:buNone/>
              <a:defRPr sz="1500">
                <a:solidFill>
                  <a:schemeClr val="lt2"/>
                </a:solidFill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Space Grotesk"/>
              <a:buNone/>
              <a:defRPr sz="1500">
                <a:solidFill>
                  <a:schemeClr val="lt2"/>
                </a:solidFill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Space Grotesk"/>
              <a:buNone/>
              <a:defRPr sz="1500">
                <a:solidFill>
                  <a:schemeClr val="lt2"/>
                </a:solidFill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Space Grotesk"/>
              <a:buNone/>
              <a:defRPr sz="1500">
                <a:solidFill>
                  <a:schemeClr val="lt2"/>
                </a:solidFill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Space Grotesk"/>
              <a:buNone/>
              <a:defRPr sz="1500">
                <a:solidFill>
                  <a:schemeClr val="lt2"/>
                </a:solidFill>
              </a:defRPr>
            </a:lvl9pPr>
          </a:lstStyle>
          <a:p>
            <a:endParaRPr/>
          </a:p>
        </p:txBody>
      </p:sp>
      <p:sp>
        <p:nvSpPr>
          <p:cNvPr id="131" name="Google Shape;131;p9"/>
          <p:cNvSpPr txBox="1">
            <a:spLocks noGrp="1"/>
          </p:cNvSpPr>
          <p:nvPr>
            <p:ph type="subTitle" idx="7"/>
          </p:nvPr>
        </p:nvSpPr>
        <p:spPr>
          <a:xfrm>
            <a:off x="5511500" y="2709275"/>
            <a:ext cx="1574700" cy="2427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Space Grotesk"/>
              <a:buNone/>
              <a:defRPr sz="1500">
                <a:solidFill>
                  <a:schemeClr val="lt2"/>
                </a:solidFill>
              </a:defRPr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Space Grotesk"/>
              <a:buNone/>
              <a:defRPr sz="1500">
                <a:solidFill>
                  <a:schemeClr val="lt2"/>
                </a:solidFill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Space Grotesk"/>
              <a:buNone/>
              <a:defRPr sz="1500">
                <a:solidFill>
                  <a:schemeClr val="lt2"/>
                </a:solidFill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Space Grotesk"/>
              <a:buNone/>
              <a:defRPr sz="1500">
                <a:solidFill>
                  <a:schemeClr val="lt2"/>
                </a:solidFill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Space Grotesk"/>
              <a:buNone/>
              <a:defRPr sz="1500">
                <a:solidFill>
                  <a:schemeClr val="lt2"/>
                </a:solidFill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Space Grotesk"/>
              <a:buNone/>
              <a:defRPr sz="1500">
                <a:solidFill>
                  <a:schemeClr val="lt2"/>
                </a:solidFill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Space Grotesk"/>
              <a:buNone/>
              <a:defRPr sz="1500">
                <a:solidFill>
                  <a:schemeClr val="lt2"/>
                </a:solidFill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Space Grotesk"/>
              <a:buNone/>
              <a:defRPr sz="1500">
                <a:solidFill>
                  <a:schemeClr val="lt2"/>
                </a:solidFill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Space Grotesk"/>
              <a:buNone/>
              <a:defRPr sz="1500">
                <a:solidFill>
                  <a:schemeClr val="lt2"/>
                </a:solidFill>
              </a:defRPr>
            </a:lvl9pPr>
          </a:lstStyle>
          <a:p>
            <a:endParaRPr/>
          </a:p>
        </p:txBody>
      </p:sp>
      <p:sp>
        <p:nvSpPr>
          <p:cNvPr id="132" name="Google Shape;132;p9"/>
          <p:cNvSpPr txBox="1">
            <a:spLocks noGrp="1"/>
          </p:cNvSpPr>
          <p:nvPr>
            <p:ph type="subTitle" idx="8"/>
          </p:nvPr>
        </p:nvSpPr>
        <p:spPr>
          <a:xfrm>
            <a:off x="7293076" y="2713624"/>
            <a:ext cx="1598400" cy="2427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Space Grotesk"/>
              <a:buNone/>
              <a:defRPr sz="1500">
                <a:solidFill>
                  <a:schemeClr val="lt2"/>
                </a:solidFill>
              </a:defRPr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Space Grotesk"/>
              <a:buNone/>
              <a:defRPr sz="1500">
                <a:solidFill>
                  <a:schemeClr val="lt2"/>
                </a:solidFill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Space Grotesk"/>
              <a:buNone/>
              <a:defRPr sz="1500">
                <a:solidFill>
                  <a:schemeClr val="lt2"/>
                </a:solidFill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Space Grotesk"/>
              <a:buNone/>
              <a:defRPr sz="1500">
                <a:solidFill>
                  <a:schemeClr val="lt2"/>
                </a:solidFill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Space Grotesk"/>
              <a:buNone/>
              <a:defRPr sz="1500">
                <a:solidFill>
                  <a:schemeClr val="lt2"/>
                </a:solidFill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Space Grotesk"/>
              <a:buNone/>
              <a:defRPr sz="1500">
                <a:solidFill>
                  <a:schemeClr val="lt2"/>
                </a:solidFill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Space Grotesk"/>
              <a:buNone/>
              <a:defRPr sz="1500">
                <a:solidFill>
                  <a:schemeClr val="lt2"/>
                </a:solidFill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Space Grotesk"/>
              <a:buNone/>
              <a:defRPr sz="1500">
                <a:solidFill>
                  <a:schemeClr val="lt2"/>
                </a:solidFill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Space Grotesk"/>
              <a:buNone/>
              <a:defRPr sz="1500">
                <a:solidFill>
                  <a:schemeClr val="lt2"/>
                </a:solidFill>
              </a:defRPr>
            </a:lvl9pPr>
          </a:lstStyle>
          <a:p>
            <a:endParaRPr/>
          </a:p>
        </p:txBody>
      </p:sp>
      <p:sp>
        <p:nvSpPr>
          <p:cNvPr id="133" name="Google Shape;133;p9"/>
          <p:cNvSpPr txBox="1">
            <a:spLocks noGrp="1"/>
          </p:cNvSpPr>
          <p:nvPr>
            <p:ph type="title" idx="9"/>
          </p:nvPr>
        </p:nvSpPr>
        <p:spPr>
          <a:xfrm>
            <a:off x="3596525" y="522925"/>
            <a:ext cx="5295000" cy="836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500">
                <a:highlight>
                  <a:schemeClr val="accent5"/>
                </a:highlight>
                <a:latin typeface="Space Grotesk"/>
                <a:ea typeface="Space Grotesk"/>
                <a:cs typeface="Space Grotesk"/>
                <a:sym typeface="Space Grotesk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900">
                <a:highlight>
                  <a:schemeClr val="accent5"/>
                </a:highlight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900">
                <a:highlight>
                  <a:schemeClr val="accent5"/>
                </a:highlight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900">
                <a:highlight>
                  <a:schemeClr val="accent5"/>
                </a:highlight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900">
                <a:highlight>
                  <a:schemeClr val="accent5"/>
                </a:highlight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900">
                <a:highlight>
                  <a:schemeClr val="accent5"/>
                </a:highlight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900">
                <a:highlight>
                  <a:schemeClr val="accent5"/>
                </a:highlight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900">
                <a:highlight>
                  <a:schemeClr val="accent5"/>
                </a:highlight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900">
                <a:highlight>
                  <a:schemeClr val="accent5"/>
                </a:highlight>
              </a:defRPr>
            </a:lvl9pPr>
          </a:lstStyle>
          <a:p>
            <a:endParaRPr/>
          </a:p>
        </p:txBody>
      </p:sp>
      <p:grpSp>
        <p:nvGrpSpPr>
          <p:cNvPr id="134" name="Google Shape;134;p9"/>
          <p:cNvGrpSpPr/>
          <p:nvPr/>
        </p:nvGrpSpPr>
        <p:grpSpPr>
          <a:xfrm>
            <a:off x="4430888" y="323039"/>
            <a:ext cx="149937" cy="118964"/>
            <a:chOff x="2601950" y="1974675"/>
            <a:chExt cx="2474200" cy="1963100"/>
          </a:xfrm>
        </p:grpSpPr>
        <p:sp>
          <p:nvSpPr>
            <p:cNvPr id="135" name="Google Shape;135;p9"/>
            <p:cNvSpPr/>
            <p:nvPr/>
          </p:nvSpPr>
          <p:spPr>
            <a:xfrm>
              <a:off x="2601950" y="1974675"/>
              <a:ext cx="621475" cy="621475"/>
            </a:xfrm>
            <a:custGeom>
              <a:avLst/>
              <a:gdLst/>
              <a:ahLst/>
              <a:cxnLst/>
              <a:rect l="l" t="t" r="r" b="b"/>
              <a:pathLst>
                <a:path w="24859" h="24859" extrusionOk="0">
                  <a:moveTo>
                    <a:pt x="0" y="1"/>
                  </a:moveTo>
                  <a:lnTo>
                    <a:pt x="0" y="24859"/>
                  </a:lnTo>
                  <a:lnTo>
                    <a:pt x="24858" y="24859"/>
                  </a:lnTo>
                  <a:lnTo>
                    <a:pt x="24858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136" name="Google Shape;136;p9"/>
            <p:cNvSpPr/>
            <p:nvPr/>
          </p:nvSpPr>
          <p:spPr>
            <a:xfrm>
              <a:off x="4454675" y="1974675"/>
              <a:ext cx="621475" cy="621475"/>
            </a:xfrm>
            <a:custGeom>
              <a:avLst/>
              <a:gdLst/>
              <a:ahLst/>
              <a:cxnLst/>
              <a:rect l="l" t="t" r="r" b="b"/>
              <a:pathLst>
                <a:path w="24859" h="24859" extrusionOk="0">
                  <a:moveTo>
                    <a:pt x="0" y="1"/>
                  </a:moveTo>
                  <a:lnTo>
                    <a:pt x="0" y="24859"/>
                  </a:lnTo>
                  <a:lnTo>
                    <a:pt x="24858" y="24859"/>
                  </a:lnTo>
                  <a:lnTo>
                    <a:pt x="24858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137" name="Google Shape;137;p9"/>
            <p:cNvSpPr/>
            <p:nvPr/>
          </p:nvSpPr>
          <p:spPr>
            <a:xfrm>
              <a:off x="2601950" y="2903950"/>
              <a:ext cx="621475" cy="621475"/>
            </a:xfrm>
            <a:custGeom>
              <a:avLst/>
              <a:gdLst/>
              <a:ahLst/>
              <a:cxnLst/>
              <a:rect l="l" t="t" r="r" b="b"/>
              <a:pathLst>
                <a:path w="24859" h="24859" extrusionOk="0">
                  <a:moveTo>
                    <a:pt x="0" y="1"/>
                  </a:moveTo>
                  <a:lnTo>
                    <a:pt x="0" y="24858"/>
                  </a:lnTo>
                  <a:lnTo>
                    <a:pt x="24858" y="24858"/>
                  </a:lnTo>
                  <a:lnTo>
                    <a:pt x="24858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138" name="Google Shape;138;p9"/>
            <p:cNvSpPr/>
            <p:nvPr/>
          </p:nvSpPr>
          <p:spPr>
            <a:xfrm>
              <a:off x="2811025" y="3107225"/>
              <a:ext cx="615675" cy="615675"/>
            </a:xfrm>
            <a:custGeom>
              <a:avLst/>
              <a:gdLst/>
              <a:ahLst/>
              <a:cxnLst/>
              <a:rect l="l" t="t" r="r" b="b"/>
              <a:pathLst>
                <a:path w="24627" h="24627" extrusionOk="0">
                  <a:moveTo>
                    <a:pt x="1" y="1"/>
                  </a:moveTo>
                  <a:lnTo>
                    <a:pt x="1" y="24626"/>
                  </a:lnTo>
                  <a:lnTo>
                    <a:pt x="24626" y="24626"/>
                  </a:lnTo>
                  <a:lnTo>
                    <a:pt x="24626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139" name="Google Shape;139;p9"/>
            <p:cNvSpPr/>
            <p:nvPr/>
          </p:nvSpPr>
          <p:spPr>
            <a:xfrm>
              <a:off x="3008500" y="3316325"/>
              <a:ext cx="1759825" cy="621450"/>
            </a:xfrm>
            <a:custGeom>
              <a:avLst/>
              <a:gdLst/>
              <a:ahLst/>
              <a:cxnLst/>
              <a:rect l="l" t="t" r="r" b="b"/>
              <a:pathLst>
                <a:path w="70393" h="24858" extrusionOk="0">
                  <a:moveTo>
                    <a:pt x="0" y="0"/>
                  </a:moveTo>
                  <a:lnTo>
                    <a:pt x="0" y="24858"/>
                  </a:lnTo>
                  <a:lnTo>
                    <a:pt x="70392" y="24858"/>
                  </a:lnTo>
                  <a:lnTo>
                    <a:pt x="7039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140" name="Google Shape;140;p9"/>
            <p:cNvSpPr/>
            <p:nvPr/>
          </p:nvSpPr>
          <p:spPr>
            <a:xfrm>
              <a:off x="4251400" y="3107225"/>
              <a:ext cx="615650" cy="615675"/>
            </a:xfrm>
            <a:custGeom>
              <a:avLst/>
              <a:gdLst/>
              <a:ahLst/>
              <a:cxnLst/>
              <a:rect l="l" t="t" r="r" b="b"/>
              <a:pathLst>
                <a:path w="24626" h="24627" extrusionOk="0">
                  <a:moveTo>
                    <a:pt x="0" y="1"/>
                  </a:moveTo>
                  <a:lnTo>
                    <a:pt x="0" y="24626"/>
                  </a:lnTo>
                  <a:lnTo>
                    <a:pt x="24626" y="24626"/>
                  </a:lnTo>
                  <a:lnTo>
                    <a:pt x="24626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141" name="Google Shape;141;p9"/>
            <p:cNvSpPr/>
            <p:nvPr/>
          </p:nvSpPr>
          <p:spPr>
            <a:xfrm>
              <a:off x="4454675" y="2903950"/>
              <a:ext cx="621475" cy="621475"/>
            </a:xfrm>
            <a:custGeom>
              <a:avLst/>
              <a:gdLst/>
              <a:ahLst/>
              <a:cxnLst/>
              <a:rect l="l" t="t" r="r" b="b"/>
              <a:pathLst>
                <a:path w="24859" h="24859" extrusionOk="0">
                  <a:moveTo>
                    <a:pt x="0" y="1"/>
                  </a:moveTo>
                  <a:lnTo>
                    <a:pt x="0" y="24858"/>
                  </a:lnTo>
                  <a:lnTo>
                    <a:pt x="24858" y="24858"/>
                  </a:lnTo>
                  <a:lnTo>
                    <a:pt x="24858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</p:grpSp>
      <p:grpSp>
        <p:nvGrpSpPr>
          <p:cNvPr id="142" name="Google Shape;142;p9"/>
          <p:cNvGrpSpPr/>
          <p:nvPr/>
        </p:nvGrpSpPr>
        <p:grpSpPr>
          <a:xfrm>
            <a:off x="3680513" y="323039"/>
            <a:ext cx="149937" cy="118964"/>
            <a:chOff x="2601950" y="1974675"/>
            <a:chExt cx="2474200" cy="1963100"/>
          </a:xfrm>
        </p:grpSpPr>
        <p:sp>
          <p:nvSpPr>
            <p:cNvPr id="143" name="Google Shape;143;p9"/>
            <p:cNvSpPr/>
            <p:nvPr/>
          </p:nvSpPr>
          <p:spPr>
            <a:xfrm>
              <a:off x="2601950" y="1974675"/>
              <a:ext cx="621475" cy="621475"/>
            </a:xfrm>
            <a:custGeom>
              <a:avLst/>
              <a:gdLst/>
              <a:ahLst/>
              <a:cxnLst/>
              <a:rect l="l" t="t" r="r" b="b"/>
              <a:pathLst>
                <a:path w="24859" h="24859" extrusionOk="0">
                  <a:moveTo>
                    <a:pt x="0" y="1"/>
                  </a:moveTo>
                  <a:lnTo>
                    <a:pt x="0" y="24859"/>
                  </a:lnTo>
                  <a:lnTo>
                    <a:pt x="24858" y="24859"/>
                  </a:lnTo>
                  <a:lnTo>
                    <a:pt x="24858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144" name="Google Shape;144;p9"/>
            <p:cNvSpPr/>
            <p:nvPr/>
          </p:nvSpPr>
          <p:spPr>
            <a:xfrm>
              <a:off x="4454675" y="1974675"/>
              <a:ext cx="621475" cy="621475"/>
            </a:xfrm>
            <a:custGeom>
              <a:avLst/>
              <a:gdLst/>
              <a:ahLst/>
              <a:cxnLst/>
              <a:rect l="l" t="t" r="r" b="b"/>
              <a:pathLst>
                <a:path w="24859" h="24859" extrusionOk="0">
                  <a:moveTo>
                    <a:pt x="0" y="1"/>
                  </a:moveTo>
                  <a:lnTo>
                    <a:pt x="0" y="24859"/>
                  </a:lnTo>
                  <a:lnTo>
                    <a:pt x="24858" y="24859"/>
                  </a:lnTo>
                  <a:lnTo>
                    <a:pt x="24858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145" name="Google Shape;145;p9"/>
            <p:cNvSpPr/>
            <p:nvPr/>
          </p:nvSpPr>
          <p:spPr>
            <a:xfrm>
              <a:off x="2601950" y="2903950"/>
              <a:ext cx="621475" cy="621475"/>
            </a:xfrm>
            <a:custGeom>
              <a:avLst/>
              <a:gdLst/>
              <a:ahLst/>
              <a:cxnLst/>
              <a:rect l="l" t="t" r="r" b="b"/>
              <a:pathLst>
                <a:path w="24859" h="24859" extrusionOk="0">
                  <a:moveTo>
                    <a:pt x="0" y="1"/>
                  </a:moveTo>
                  <a:lnTo>
                    <a:pt x="0" y="24858"/>
                  </a:lnTo>
                  <a:lnTo>
                    <a:pt x="24858" y="24858"/>
                  </a:lnTo>
                  <a:lnTo>
                    <a:pt x="24858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146" name="Google Shape;146;p9"/>
            <p:cNvSpPr/>
            <p:nvPr/>
          </p:nvSpPr>
          <p:spPr>
            <a:xfrm>
              <a:off x="2811025" y="3107225"/>
              <a:ext cx="615675" cy="615675"/>
            </a:xfrm>
            <a:custGeom>
              <a:avLst/>
              <a:gdLst/>
              <a:ahLst/>
              <a:cxnLst/>
              <a:rect l="l" t="t" r="r" b="b"/>
              <a:pathLst>
                <a:path w="24627" h="24627" extrusionOk="0">
                  <a:moveTo>
                    <a:pt x="1" y="1"/>
                  </a:moveTo>
                  <a:lnTo>
                    <a:pt x="1" y="24626"/>
                  </a:lnTo>
                  <a:lnTo>
                    <a:pt x="24626" y="24626"/>
                  </a:lnTo>
                  <a:lnTo>
                    <a:pt x="24626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147" name="Google Shape;147;p9"/>
            <p:cNvSpPr/>
            <p:nvPr/>
          </p:nvSpPr>
          <p:spPr>
            <a:xfrm>
              <a:off x="3008500" y="3316325"/>
              <a:ext cx="1759825" cy="621450"/>
            </a:xfrm>
            <a:custGeom>
              <a:avLst/>
              <a:gdLst/>
              <a:ahLst/>
              <a:cxnLst/>
              <a:rect l="l" t="t" r="r" b="b"/>
              <a:pathLst>
                <a:path w="70393" h="24858" extrusionOk="0">
                  <a:moveTo>
                    <a:pt x="0" y="0"/>
                  </a:moveTo>
                  <a:lnTo>
                    <a:pt x="0" y="24858"/>
                  </a:lnTo>
                  <a:lnTo>
                    <a:pt x="70392" y="24858"/>
                  </a:lnTo>
                  <a:lnTo>
                    <a:pt x="7039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148" name="Google Shape;148;p9"/>
            <p:cNvSpPr/>
            <p:nvPr/>
          </p:nvSpPr>
          <p:spPr>
            <a:xfrm>
              <a:off x="4251400" y="3107225"/>
              <a:ext cx="615650" cy="615675"/>
            </a:xfrm>
            <a:custGeom>
              <a:avLst/>
              <a:gdLst/>
              <a:ahLst/>
              <a:cxnLst/>
              <a:rect l="l" t="t" r="r" b="b"/>
              <a:pathLst>
                <a:path w="24626" h="24627" extrusionOk="0">
                  <a:moveTo>
                    <a:pt x="0" y="1"/>
                  </a:moveTo>
                  <a:lnTo>
                    <a:pt x="0" y="24626"/>
                  </a:lnTo>
                  <a:lnTo>
                    <a:pt x="24626" y="24626"/>
                  </a:lnTo>
                  <a:lnTo>
                    <a:pt x="24626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149" name="Google Shape;149;p9"/>
            <p:cNvSpPr/>
            <p:nvPr/>
          </p:nvSpPr>
          <p:spPr>
            <a:xfrm>
              <a:off x="4454675" y="2903950"/>
              <a:ext cx="621475" cy="621475"/>
            </a:xfrm>
            <a:custGeom>
              <a:avLst/>
              <a:gdLst/>
              <a:ahLst/>
              <a:cxnLst/>
              <a:rect l="l" t="t" r="r" b="b"/>
              <a:pathLst>
                <a:path w="24859" h="24859" extrusionOk="0">
                  <a:moveTo>
                    <a:pt x="0" y="1"/>
                  </a:moveTo>
                  <a:lnTo>
                    <a:pt x="0" y="24858"/>
                  </a:lnTo>
                  <a:lnTo>
                    <a:pt x="24858" y="24858"/>
                  </a:lnTo>
                  <a:lnTo>
                    <a:pt x="24858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</p:grpSp>
      <p:grpSp>
        <p:nvGrpSpPr>
          <p:cNvPr id="150" name="Google Shape;150;p9"/>
          <p:cNvGrpSpPr/>
          <p:nvPr/>
        </p:nvGrpSpPr>
        <p:grpSpPr>
          <a:xfrm>
            <a:off x="4062602" y="323039"/>
            <a:ext cx="149940" cy="118971"/>
            <a:chOff x="4062602" y="323039"/>
            <a:chExt cx="149940" cy="118971"/>
          </a:xfrm>
        </p:grpSpPr>
        <p:sp>
          <p:nvSpPr>
            <p:cNvPr id="151" name="Google Shape;151;p9"/>
            <p:cNvSpPr/>
            <p:nvPr/>
          </p:nvSpPr>
          <p:spPr>
            <a:xfrm>
              <a:off x="4062602" y="323039"/>
              <a:ext cx="37661" cy="37661"/>
            </a:xfrm>
            <a:custGeom>
              <a:avLst/>
              <a:gdLst/>
              <a:ahLst/>
              <a:cxnLst/>
              <a:rect l="l" t="t" r="r" b="b"/>
              <a:pathLst>
                <a:path w="24859" h="24859" extrusionOk="0">
                  <a:moveTo>
                    <a:pt x="0" y="1"/>
                  </a:moveTo>
                  <a:lnTo>
                    <a:pt x="0" y="24859"/>
                  </a:lnTo>
                  <a:lnTo>
                    <a:pt x="24858" y="24859"/>
                  </a:lnTo>
                  <a:lnTo>
                    <a:pt x="24858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152" name="Google Shape;152;p9"/>
            <p:cNvSpPr/>
            <p:nvPr/>
          </p:nvSpPr>
          <p:spPr>
            <a:xfrm>
              <a:off x="4174877" y="323039"/>
              <a:ext cx="37661" cy="37661"/>
            </a:xfrm>
            <a:custGeom>
              <a:avLst/>
              <a:gdLst/>
              <a:ahLst/>
              <a:cxnLst/>
              <a:rect l="l" t="t" r="r" b="b"/>
              <a:pathLst>
                <a:path w="24859" h="24859" extrusionOk="0">
                  <a:moveTo>
                    <a:pt x="0" y="1"/>
                  </a:moveTo>
                  <a:lnTo>
                    <a:pt x="0" y="24859"/>
                  </a:lnTo>
                  <a:lnTo>
                    <a:pt x="24858" y="24859"/>
                  </a:lnTo>
                  <a:lnTo>
                    <a:pt x="24858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153" name="Google Shape;153;p9"/>
            <p:cNvSpPr/>
            <p:nvPr/>
          </p:nvSpPr>
          <p:spPr>
            <a:xfrm>
              <a:off x="4062605" y="404350"/>
              <a:ext cx="149937" cy="37660"/>
            </a:xfrm>
            <a:custGeom>
              <a:avLst/>
              <a:gdLst/>
              <a:ahLst/>
              <a:cxnLst/>
              <a:rect l="l" t="t" r="r" b="b"/>
              <a:pathLst>
                <a:path w="70393" h="24858" extrusionOk="0">
                  <a:moveTo>
                    <a:pt x="0" y="0"/>
                  </a:moveTo>
                  <a:lnTo>
                    <a:pt x="0" y="24858"/>
                  </a:lnTo>
                  <a:lnTo>
                    <a:pt x="70392" y="24858"/>
                  </a:lnTo>
                  <a:lnTo>
                    <a:pt x="7039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</p:grp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468">
          <p15:clr>
            <a:srgbClr val="E46962"/>
          </p15:clr>
        </p15:guide>
        <p15:guide id="2" orient="horz" pos="468">
          <p15:clr>
            <a:srgbClr val="E46962"/>
          </p15:clr>
        </p15:guide>
        <p15:guide id="3" orient="horz" pos="3081">
          <p15:clr>
            <a:srgbClr val="E46962"/>
          </p15:clr>
        </p15:guide>
        <p15:guide id="4" pos="5601">
          <p15:clr>
            <a:srgbClr val="E46962"/>
          </p15:clr>
        </p15:guide>
        <p15:guide id="5" pos="5292">
          <p15:clr>
            <a:srgbClr val="E46962"/>
          </p15:clr>
        </p15:guide>
        <p15:guide id="6" orient="horz" pos="159">
          <p15:clr>
            <a:srgbClr val="E46962"/>
          </p15:clr>
        </p15:guide>
        <p15:guide id="7" orient="horz" pos="2772">
          <p15:clr>
            <a:srgbClr val="E46962"/>
          </p15:clr>
        </p15:guide>
        <p15:guide id="8" pos="159">
          <p15:clr>
            <a:srgbClr val="E46962"/>
          </p15:clr>
        </p15:guide>
        <p15:guide id="9" pos="2268">
          <p15:clr>
            <a:srgbClr val="E46962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ree big ideas - Alt 2">
  <p:cSld name="BLANK_1_1_1_1_1_1_1_1_1_1_1_1_1_1_2_2">
    <p:bg>
      <p:bgPr>
        <a:solidFill>
          <a:schemeClr val="accent4"/>
        </a:solidFill>
        <a:effectLst/>
      </p:bgPr>
    </p:bg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10"/>
          <p:cNvSpPr txBox="1">
            <a:spLocks noGrp="1"/>
          </p:cNvSpPr>
          <p:nvPr>
            <p:ph type="title"/>
          </p:nvPr>
        </p:nvSpPr>
        <p:spPr>
          <a:xfrm>
            <a:off x="245425" y="1563575"/>
            <a:ext cx="3155400" cy="948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Space Grotesk"/>
                <a:ea typeface="Space Grotesk"/>
                <a:cs typeface="Space Grotesk"/>
                <a:sym typeface="Space Grotesk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Space Grotesk"/>
                <a:ea typeface="Space Grotesk"/>
                <a:cs typeface="Space Grotesk"/>
                <a:sym typeface="Space Grotesk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Space Grotesk"/>
                <a:ea typeface="Space Grotesk"/>
                <a:cs typeface="Space Grotesk"/>
                <a:sym typeface="Space Grotesk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Space Grotesk"/>
                <a:ea typeface="Space Grotesk"/>
                <a:cs typeface="Space Grotesk"/>
                <a:sym typeface="Space Grotesk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Space Grotesk"/>
                <a:ea typeface="Space Grotesk"/>
                <a:cs typeface="Space Grotesk"/>
                <a:sym typeface="Space Grotesk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Space Grotesk"/>
                <a:ea typeface="Space Grotesk"/>
                <a:cs typeface="Space Grotesk"/>
                <a:sym typeface="Space Grotesk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Space Grotesk"/>
                <a:ea typeface="Space Grotesk"/>
                <a:cs typeface="Space Grotesk"/>
                <a:sym typeface="Space Grotesk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Space Grotesk"/>
                <a:ea typeface="Space Grotesk"/>
                <a:cs typeface="Space Grotesk"/>
                <a:sym typeface="Space Grotesk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Space Grotesk"/>
                <a:ea typeface="Space Grotesk"/>
                <a:cs typeface="Space Grotesk"/>
                <a:sym typeface="Space Grotesk"/>
              </a:defRPr>
            </a:lvl9pPr>
          </a:lstStyle>
          <a:p>
            <a:endParaRPr/>
          </a:p>
        </p:txBody>
      </p:sp>
      <p:sp>
        <p:nvSpPr>
          <p:cNvPr id="156" name="Google Shape;156;p10"/>
          <p:cNvSpPr txBox="1">
            <a:spLocks noGrp="1"/>
          </p:cNvSpPr>
          <p:nvPr>
            <p:ph type="subTitle" idx="1"/>
          </p:nvPr>
        </p:nvSpPr>
        <p:spPr>
          <a:xfrm>
            <a:off x="364813" y="2715814"/>
            <a:ext cx="1527900" cy="2427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 Medium"/>
              <a:buNone/>
              <a:defRPr sz="1500">
                <a:latin typeface="Space Grotesk Medium"/>
                <a:ea typeface="Space Grotesk Medium"/>
                <a:cs typeface="Space Grotesk Medium"/>
                <a:sym typeface="Space Grotesk Medium"/>
              </a:defRPr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 Medium"/>
              <a:buNone/>
              <a:defRPr sz="1500">
                <a:latin typeface="Space Grotesk Medium"/>
                <a:ea typeface="Space Grotesk Medium"/>
                <a:cs typeface="Space Grotesk Medium"/>
                <a:sym typeface="Space Grotesk Medium"/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 Medium"/>
              <a:buNone/>
              <a:defRPr sz="1500">
                <a:latin typeface="Space Grotesk Medium"/>
                <a:ea typeface="Space Grotesk Medium"/>
                <a:cs typeface="Space Grotesk Medium"/>
                <a:sym typeface="Space Grotesk Medium"/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 Medium"/>
              <a:buNone/>
              <a:defRPr sz="1500">
                <a:latin typeface="Space Grotesk Medium"/>
                <a:ea typeface="Space Grotesk Medium"/>
                <a:cs typeface="Space Grotesk Medium"/>
                <a:sym typeface="Space Grotesk Medium"/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 Medium"/>
              <a:buNone/>
              <a:defRPr sz="1500">
                <a:latin typeface="Space Grotesk Medium"/>
                <a:ea typeface="Space Grotesk Medium"/>
                <a:cs typeface="Space Grotesk Medium"/>
                <a:sym typeface="Space Grotesk Medium"/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 Medium"/>
              <a:buNone/>
              <a:defRPr sz="1500">
                <a:latin typeface="Space Grotesk Medium"/>
                <a:ea typeface="Space Grotesk Medium"/>
                <a:cs typeface="Space Grotesk Medium"/>
                <a:sym typeface="Space Grotesk Medium"/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 Medium"/>
              <a:buNone/>
              <a:defRPr sz="1500">
                <a:latin typeface="Space Grotesk Medium"/>
                <a:ea typeface="Space Grotesk Medium"/>
                <a:cs typeface="Space Grotesk Medium"/>
                <a:sym typeface="Space Grotesk Medium"/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 Medium"/>
              <a:buNone/>
              <a:defRPr sz="1500">
                <a:latin typeface="Space Grotesk Medium"/>
                <a:ea typeface="Space Grotesk Medium"/>
                <a:cs typeface="Space Grotesk Medium"/>
                <a:sym typeface="Space Grotesk Medium"/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 Medium"/>
              <a:buNone/>
              <a:defRPr sz="1500">
                <a:latin typeface="Space Grotesk Medium"/>
                <a:ea typeface="Space Grotesk Medium"/>
                <a:cs typeface="Space Grotesk Medium"/>
                <a:sym typeface="Space Grotesk Medium"/>
              </a:defRPr>
            </a:lvl9pPr>
          </a:lstStyle>
          <a:p>
            <a:endParaRPr/>
          </a:p>
        </p:txBody>
      </p:sp>
      <p:sp>
        <p:nvSpPr>
          <p:cNvPr id="157" name="Google Shape;157;p10"/>
          <p:cNvSpPr txBox="1">
            <a:spLocks noGrp="1"/>
          </p:cNvSpPr>
          <p:nvPr>
            <p:ph type="subTitle" idx="2"/>
          </p:nvPr>
        </p:nvSpPr>
        <p:spPr>
          <a:xfrm>
            <a:off x="3320475" y="2715814"/>
            <a:ext cx="1527900" cy="2427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 Medium"/>
              <a:buNone/>
              <a:defRPr sz="1500">
                <a:latin typeface="Space Grotesk Medium"/>
                <a:ea typeface="Space Grotesk Medium"/>
                <a:cs typeface="Space Grotesk Medium"/>
                <a:sym typeface="Space Grotesk Medium"/>
              </a:defRPr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 Medium"/>
              <a:buNone/>
              <a:defRPr sz="1500">
                <a:latin typeface="Space Grotesk Medium"/>
                <a:ea typeface="Space Grotesk Medium"/>
                <a:cs typeface="Space Grotesk Medium"/>
                <a:sym typeface="Space Grotesk Medium"/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 Medium"/>
              <a:buNone/>
              <a:defRPr sz="1500">
                <a:latin typeface="Space Grotesk Medium"/>
                <a:ea typeface="Space Grotesk Medium"/>
                <a:cs typeface="Space Grotesk Medium"/>
                <a:sym typeface="Space Grotesk Medium"/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 Medium"/>
              <a:buNone/>
              <a:defRPr sz="1500">
                <a:latin typeface="Space Grotesk Medium"/>
                <a:ea typeface="Space Grotesk Medium"/>
                <a:cs typeface="Space Grotesk Medium"/>
                <a:sym typeface="Space Grotesk Medium"/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 Medium"/>
              <a:buNone/>
              <a:defRPr sz="1500">
                <a:latin typeface="Space Grotesk Medium"/>
                <a:ea typeface="Space Grotesk Medium"/>
                <a:cs typeface="Space Grotesk Medium"/>
                <a:sym typeface="Space Grotesk Medium"/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 Medium"/>
              <a:buNone/>
              <a:defRPr sz="1500">
                <a:latin typeface="Space Grotesk Medium"/>
                <a:ea typeface="Space Grotesk Medium"/>
                <a:cs typeface="Space Grotesk Medium"/>
                <a:sym typeface="Space Grotesk Medium"/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 Medium"/>
              <a:buNone/>
              <a:defRPr sz="1500">
                <a:latin typeface="Space Grotesk Medium"/>
                <a:ea typeface="Space Grotesk Medium"/>
                <a:cs typeface="Space Grotesk Medium"/>
                <a:sym typeface="Space Grotesk Medium"/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 Medium"/>
              <a:buNone/>
              <a:defRPr sz="1500">
                <a:latin typeface="Space Grotesk Medium"/>
                <a:ea typeface="Space Grotesk Medium"/>
                <a:cs typeface="Space Grotesk Medium"/>
                <a:sym typeface="Space Grotesk Medium"/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 Medium"/>
              <a:buNone/>
              <a:defRPr sz="1500">
                <a:latin typeface="Space Grotesk Medium"/>
                <a:ea typeface="Space Grotesk Medium"/>
                <a:cs typeface="Space Grotesk Medium"/>
                <a:sym typeface="Space Grotesk Medium"/>
              </a:defRPr>
            </a:lvl9pPr>
          </a:lstStyle>
          <a:p>
            <a:endParaRPr/>
          </a:p>
        </p:txBody>
      </p:sp>
      <p:sp>
        <p:nvSpPr>
          <p:cNvPr id="158" name="Google Shape;158;p10"/>
          <p:cNvSpPr txBox="1">
            <a:spLocks noGrp="1"/>
          </p:cNvSpPr>
          <p:nvPr>
            <p:ph type="subTitle" idx="3"/>
          </p:nvPr>
        </p:nvSpPr>
        <p:spPr>
          <a:xfrm>
            <a:off x="6273125" y="2715820"/>
            <a:ext cx="1548300" cy="2427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 Medium"/>
              <a:buNone/>
              <a:defRPr sz="1500">
                <a:latin typeface="Space Grotesk Medium"/>
                <a:ea typeface="Space Grotesk Medium"/>
                <a:cs typeface="Space Grotesk Medium"/>
                <a:sym typeface="Space Grotesk Medium"/>
              </a:defRPr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 Medium"/>
              <a:buNone/>
              <a:defRPr sz="1500">
                <a:latin typeface="Space Grotesk Medium"/>
                <a:ea typeface="Space Grotesk Medium"/>
                <a:cs typeface="Space Grotesk Medium"/>
                <a:sym typeface="Space Grotesk Medium"/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 Medium"/>
              <a:buNone/>
              <a:defRPr sz="1500">
                <a:latin typeface="Space Grotesk Medium"/>
                <a:ea typeface="Space Grotesk Medium"/>
                <a:cs typeface="Space Grotesk Medium"/>
                <a:sym typeface="Space Grotesk Medium"/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 Medium"/>
              <a:buNone/>
              <a:defRPr sz="1500">
                <a:latin typeface="Space Grotesk Medium"/>
                <a:ea typeface="Space Grotesk Medium"/>
                <a:cs typeface="Space Grotesk Medium"/>
                <a:sym typeface="Space Grotesk Medium"/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 Medium"/>
              <a:buNone/>
              <a:defRPr sz="1500">
                <a:latin typeface="Space Grotesk Medium"/>
                <a:ea typeface="Space Grotesk Medium"/>
                <a:cs typeface="Space Grotesk Medium"/>
                <a:sym typeface="Space Grotesk Medium"/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 Medium"/>
              <a:buNone/>
              <a:defRPr sz="1500">
                <a:latin typeface="Space Grotesk Medium"/>
                <a:ea typeface="Space Grotesk Medium"/>
                <a:cs typeface="Space Grotesk Medium"/>
                <a:sym typeface="Space Grotesk Medium"/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 Medium"/>
              <a:buNone/>
              <a:defRPr sz="1500">
                <a:latin typeface="Space Grotesk Medium"/>
                <a:ea typeface="Space Grotesk Medium"/>
                <a:cs typeface="Space Grotesk Medium"/>
                <a:sym typeface="Space Grotesk Medium"/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 Medium"/>
              <a:buNone/>
              <a:defRPr sz="1500">
                <a:latin typeface="Space Grotesk Medium"/>
                <a:ea typeface="Space Grotesk Medium"/>
                <a:cs typeface="Space Grotesk Medium"/>
                <a:sym typeface="Space Grotesk Medium"/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 Medium"/>
              <a:buNone/>
              <a:defRPr sz="1500">
                <a:latin typeface="Space Grotesk Medium"/>
                <a:ea typeface="Space Grotesk Medium"/>
                <a:cs typeface="Space Grotesk Medium"/>
                <a:sym typeface="Space Grotesk Medium"/>
              </a:defRPr>
            </a:lvl9pPr>
          </a:lstStyle>
          <a:p>
            <a:endParaRPr/>
          </a:p>
        </p:txBody>
      </p:sp>
      <p:sp>
        <p:nvSpPr>
          <p:cNvPr id="159" name="Google Shape;159;p10"/>
          <p:cNvSpPr/>
          <p:nvPr/>
        </p:nvSpPr>
        <p:spPr>
          <a:xfrm>
            <a:off x="252611" y="253823"/>
            <a:ext cx="1082100" cy="3429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160" name="Google Shape;160;p10"/>
          <p:cNvSpPr txBox="1">
            <a:spLocks noGrp="1"/>
          </p:cNvSpPr>
          <p:nvPr>
            <p:ph type="title" idx="4"/>
          </p:nvPr>
        </p:nvSpPr>
        <p:spPr>
          <a:xfrm>
            <a:off x="252600" y="522925"/>
            <a:ext cx="5295000" cy="836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500">
                <a:highlight>
                  <a:schemeClr val="accent5"/>
                </a:highlight>
                <a:latin typeface="Space Grotesk"/>
                <a:ea typeface="Space Grotesk"/>
                <a:cs typeface="Space Grotesk"/>
                <a:sym typeface="Space Grotesk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900">
                <a:highlight>
                  <a:schemeClr val="accent5"/>
                </a:highlight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900">
                <a:highlight>
                  <a:schemeClr val="accent5"/>
                </a:highlight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900">
                <a:highlight>
                  <a:schemeClr val="accent5"/>
                </a:highlight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900">
                <a:highlight>
                  <a:schemeClr val="accent5"/>
                </a:highlight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900">
                <a:highlight>
                  <a:schemeClr val="accent5"/>
                </a:highlight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900">
                <a:highlight>
                  <a:schemeClr val="accent5"/>
                </a:highlight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900">
                <a:highlight>
                  <a:schemeClr val="accent5"/>
                </a:highlight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900">
                <a:highlight>
                  <a:schemeClr val="accent5"/>
                </a:highlight>
              </a:defRPr>
            </a:lvl9pPr>
          </a:lstStyle>
          <a:p>
            <a:endParaRPr/>
          </a:p>
        </p:txBody>
      </p:sp>
      <p:grpSp>
        <p:nvGrpSpPr>
          <p:cNvPr id="161" name="Google Shape;161;p10"/>
          <p:cNvGrpSpPr/>
          <p:nvPr/>
        </p:nvGrpSpPr>
        <p:grpSpPr>
          <a:xfrm>
            <a:off x="1093863" y="323039"/>
            <a:ext cx="149937" cy="118964"/>
            <a:chOff x="2601950" y="1974675"/>
            <a:chExt cx="2474200" cy="1963100"/>
          </a:xfrm>
        </p:grpSpPr>
        <p:sp>
          <p:nvSpPr>
            <p:cNvPr id="162" name="Google Shape;162;p10"/>
            <p:cNvSpPr/>
            <p:nvPr/>
          </p:nvSpPr>
          <p:spPr>
            <a:xfrm>
              <a:off x="2601950" y="1974675"/>
              <a:ext cx="621475" cy="621475"/>
            </a:xfrm>
            <a:custGeom>
              <a:avLst/>
              <a:gdLst/>
              <a:ahLst/>
              <a:cxnLst/>
              <a:rect l="l" t="t" r="r" b="b"/>
              <a:pathLst>
                <a:path w="24859" h="24859" extrusionOk="0">
                  <a:moveTo>
                    <a:pt x="0" y="1"/>
                  </a:moveTo>
                  <a:lnTo>
                    <a:pt x="0" y="24859"/>
                  </a:lnTo>
                  <a:lnTo>
                    <a:pt x="24858" y="24859"/>
                  </a:lnTo>
                  <a:lnTo>
                    <a:pt x="24858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163" name="Google Shape;163;p10"/>
            <p:cNvSpPr/>
            <p:nvPr/>
          </p:nvSpPr>
          <p:spPr>
            <a:xfrm>
              <a:off x="4454675" y="1974675"/>
              <a:ext cx="621475" cy="621475"/>
            </a:xfrm>
            <a:custGeom>
              <a:avLst/>
              <a:gdLst/>
              <a:ahLst/>
              <a:cxnLst/>
              <a:rect l="l" t="t" r="r" b="b"/>
              <a:pathLst>
                <a:path w="24859" h="24859" extrusionOk="0">
                  <a:moveTo>
                    <a:pt x="0" y="1"/>
                  </a:moveTo>
                  <a:lnTo>
                    <a:pt x="0" y="24859"/>
                  </a:lnTo>
                  <a:lnTo>
                    <a:pt x="24858" y="24859"/>
                  </a:lnTo>
                  <a:lnTo>
                    <a:pt x="24858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164" name="Google Shape;164;p10"/>
            <p:cNvSpPr/>
            <p:nvPr/>
          </p:nvSpPr>
          <p:spPr>
            <a:xfrm>
              <a:off x="2601950" y="2903950"/>
              <a:ext cx="621475" cy="621475"/>
            </a:xfrm>
            <a:custGeom>
              <a:avLst/>
              <a:gdLst/>
              <a:ahLst/>
              <a:cxnLst/>
              <a:rect l="l" t="t" r="r" b="b"/>
              <a:pathLst>
                <a:path w="24859" h="24859" extrusionOk="0">
                  <a:moveTo>
                    <a:pt x="0" y="1"/>
                  </a:moveTo>
                  <a:lnTo>
                    <a:pt x="0" y="24858"/>
                  </a:lnTo>
                  <a:lnTo>
                    <a:pt x="24858" y="24858"/>
                  </a:lnTo>
                  <a:lnTo>
                    <a:pt x="24858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165" name="Google Shape;165;p10"/>
            <p:cNvSpPr/>
            <p:nvPr/>
          </p:nvSpPr>
          <p:spPr>
            <a:xfrm>
              <a:off x="2811025" y="3107225"/>
              <a:ext cx="615675" cy="615675"/>
            </a:xfrm>
            <a:custGeom>
              <a:avLst/>
              <a:gdLst/>
              <a:ahLst/>
              <a:cxnLst/>
              <a:rect l="l" t="t" r="r" b="b"/>
              <a:pathLst>
                <a:path w="24627" h="24627" extrusionOk="0">
                  <a:moveTo>
                    <a:pt x="1" y="1"/>
                  </a:moveTo>
                  <a:lnTo>
                    <a:pt x="1" y="24626"/>
                  </a:lnTo>
                  <a:lnTo>
                    <a:pt x="24626" y="24626"/>
                  </a:lnTo>
                  <a:lnTo>
                    <a:pt x="24626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166" name="Google Shape;166;p10"/>
            <p:cNvSpPr/>
            <p:nvPr/>
          </p:nvSpPr>
          <p:spPr>
            <a:xfrm>
              <a:off x="3008500" y="3316325"/>
              <a:ext cx="1759825" cy="621450"/>
            </a:xfrm>
            <a:custGeom>
              <a:avLst/>
              <a:gdLst/>
              <a:ahLst/>
              <a:cxnLst/>
              <a:rect l="l" t="t" r="r" b="b"/>
              <a:pathLst>
                <a:path w="70393" h="24858" extrusionOk="0">
                  <a:moveTo>
                    <a:pt x="0" y="0"/>
                  </a:moveTo>
                  <a:lnTo>
                    <a:pt x="0" y="24858"/>
                  </a:lnTo>
                  <a:lnTo>
                    <a:pt x="70392" y="24858"/>
                  </a:lnTo>
                  <a:lnTo>
                    <a:pt x="7039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167" name="Google Shape;167;p10"/>
            <p:cNvSpPr/>
            <p:nvPr/>
          </p:nvSpPr>
          <p:spPr>
            <a:xfrm>
              <a:off x="4251400" y="3107225"/>
              <a:ext cx="615650" cy="615675"/>
            </a:xfrm>
            <a:custGeom>
              <a:avLst/>
              <a:gdLst/>
              <a:ahLst/>
              <a:cxnLst/>
              <a:rect l="l" t="t" r="r" b="b"/>
              <a:pathLst>
                <a:path w="24626" h="24627" extrusionOk="0">
                  <a:moveTo>
                    <a:pt x="0" y="1"/>
                  </a:moveTo>
                  <a:lnTo>
                    <a:pt x="0" y="24626"/>
                  </a:lnTo>
                  <a:lnTo>
                    <a:pt x="24626" y="24626"/>
                  </a:lnTo>
                  <a:lnTo>
                    <a:pt x="24626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168" name="Google Shape;168;p10"/>
            <p:cNvSpPr/>
            <p:nvPr/>
          </p:nvSpPr>
          <p:spPr>
            <a:xfrm>
              <a:off x="4454675" y="2903950"/>
              <a:ext cx="621475" cy="621475"/>
            </a:xfrm>
            <a:custGeom>
              <a:avLst/>
              <a:gdLst/>
              <a:ahLst/>
              <a:cxnLst/>
              <a:rect l="l" t="t" r="r" b="b"/>
              <a:pathLst>
                <a:path w="24859" h="24859" extrusionOk="0">
                  <a:moveTo>
                    <a:pt x="0" y="1"/>
                  </a:moveTo>
                  <a:lnTo>
                    <a:pt x="0" y="24858"/>
                  </a:lnTo>
                  <a:lnTo>
                    <a:pt x="24858" y="24858"/>
                  </a:lnTo>
                  <a:lnTo>
                    <a:pt x="24858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</p:grpSp>
      <p:grpSp>
        <p:nvGrpSpPr>
          <p:cNvPr id="169" name="Google Shape;169;p10"/>
          <p:cNvGrpSpPr/>
          <p:nvPr/>
        </p:nvGrpSpPr>
        <p:grpSpPr>
          <a:xfrm>
            <a:off x="343488" y="323039"/>
            <a:ext cx="149937" cy="118964"/>
            <a:chOff x="2601950" y="1974675"/>
            <a:chExt cx="2474200" cy="1963100"/>
          </a:xfrm>
        </p:grpSpPr>
        <p:sp>
          <p:nvSpPr>
            <p:cNvPr id="170" name="Google Shape;170;p10"/>
            <p:cNvSpPr/>
            <p:nvPr/>
          </p:nvSpPr>
          <p:spPr>
            <a:xfrm>
              <a:off x="2601950" y="1974675"/>
              <a:ext cx="621475" cy="621475"/>
            </a:xfrm>
            <a:custGeom>
              <a:avLst/>
              <a:gdLst/>
              <a:ahLst/>
              <a:cxnLst/>
              <a:rect l="l" t="t" r="r" b="b"/>
              <a:pathLst>
                <a:path w="24859" h="24859" extrusionOk="0">
                  <a:moveTo>
                    <a:pt x="0" y="1"/>
                  </a:moveTo>
                  <a:lnTo>
                    <a:pt x="0" y="24859"/>
                  </a:lnTo>
                  <a:lnTo>
                    <a:pt x="24858" y="24859"/>
                  </a:lnTo>
                  <a:lnTo>
                    <a:pt x="24858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171" name="Google Shape;171;p10"/>
            <p:cNvSpPr/>
            <p:nvPr/>
          </p:nvSpPr>
          <p:spPr>
            <a:xfrm>
              <a:off x="4454675" y="1974675"/>
              <a:ext cx="621475" cy="621475"/>
            </a:xfrm>
            <a:custGeom>
              <a:avLst/>
              <a:gdLst/>
              <a:ahLst/>
              <a:cxnLst/>
              <a:rect l="l" t="t" r="r" b="b"/>
              <a:pathLst>
                <a:path w="24859" h="24859" extrusionOk="0">
                  <a:moveTo>
                    <a:pt x="0" y="1"/>
                  </a:moveTo>
                  <a:lnTo>
                    <a:pt x="0" y="24859"/>
                  </a:lnTo>
                  <a:lnTo>
                    <a:pt x="24858" y="24859"/>
                  </a:lnTo>
                  <a:lnTo>
                    <a:pt x="24858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172" name="Google Shape;172;p10"/>
            <p:cNvSpPr/>
            <p:nvPr/>
          </p:nvSpPr>
          <p:spPr>
            <a:xfrm>
              <a:off x="2601950" y="2903950"/>
              <a:ext cx="621475" cy="621475"/>
            </a:xfrm>
            <a:custGeom>
              <a:avLst/>
              <a:gdLst/>
              <a:ahLst/>
              <a:cxnLst/>
              <a:rect l="l" t="t" r="r" b="b"/>
              <a:pathLst>
                <a:path w="24859" h="24859" extrusionOk="0">
                  <a:moveTo>
                    <a:pt x="0" y="1"/>
                  </a:moveTo>
                  <a:lnTo>
                    <a:pt x="0" y="24858"/>
                  </a:lnTo>
                  <a:lnTo>
                    <a:pt x="24858" y="24858"/>
                  </a:lnTo>
                  <a:lnTo>
                    <a:pt x="24858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173" name="Google Shape;173;p10"/>
            <p:cNvSpPr/>
            <p:nvPr/>
          </p:nvSpPr>
          <p:spPr>
            <a:xfrm>
              <a:off x="2811025" y="3107225"/>
              <a:ext cx="615675" cy="615675"/>
            </a:xfrm>
            <a:custGeom>
              <a:avLst/>
              <a:gdLst/>
              <a:ahLst/>
              <a:cxnLst/>
              <a:rect l="l" t="t" r="r" b="b"/>
              <a:pathLst>
                <a:path w="24627" h="24627" extrusionOk="0">
                  <a:moveTo>
                    <a:pt x="1" y="1"/>
                  </a:moveTo>
                  <a:lnTo>
                    <a:pt x="1" y="24626"/>
                  </a:lnTo>
                  <a:lnTo>
                    <a:pt x="24626" y="24626"/>
                  </a:lnTo>
                  <a:lnTo>
                    <a:pt x="24626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174" name="Google Shape;174;p10"/>
            <p:cNvSpPr/>
            <p:nvPr/>
          </p:nvSpPr>
          <p:spPr>
            <a:xfrm>
              <a:off x="3008500" y="3316325"/>
              <a:ext cx="1759825" cy="621450"/>
            </a:xfrm>
            <a:custGeom>
              <a:avLst/>
              <a:gdLst/>
              <a:ahLst/>
              <a:cxnLst/>
              <a:rect l="l" t="t" r="r" b="b"/>
              <a:pathLst>
                <a:path w="70393" h="24858" extrusionOk="0">
                  <a:moveTo>
                    <a:pt x="0" y="0"/>
                  </a:moveTo>
                  <a:lnTo>
                    <a:pt x="0" y="24858"/>
                  </a:lnTo>
                  <a:lnTo>
                    <a:pt x="70392" y="24858"/>
                  </a:lnTo>
                  <a:lnTo>
                    <a:pt x="7039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175" name="Google Shape;175;p10"/>
            <p:cNvSpPr/>
            <p:nvPr/>
          </p:nvSpPr>
          <p:spPr>
            <a:xfrm>
              <a:off x="4251400" y="3107225"/>
              <a:ext cx="615650" cy="615675"/>
            </a:xfrm>
            <a:custGeom>
              <a:avLst/>
              <a:gdLst/>
              <a:ahLst/>
              <a:cxnLst/>
              <a:rect l="l" t="t" r="r" b="b"/>
              <a:pathLst>
                <a:path w="24626" h="24627" extrusionOk="0">
                  <a:moveTo>
                    <a:pt x="0" y="1"/>
                  </a:moveTo>
                  <a:lnTo>
                    <a:pt x="0" y="24626"/>
                  </a:lnTo>
                  <a:lnTo>
                    <a:pt x="24626" y="24626"/>
                  </a:lnTo>
                  <a:lnTo>
                    <a:pt x="24626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176" name="Google Shape;176;p10"/>
            <p:cNvSpPr/>
            <p:nvPr/>
          </p:nvSpPr>
          <p:spPr>
            <a:xfrm>
              <a:off x="4454675" y="2903950"/>
              <a:ext cx="621475" cy="621475"/>
            </a:xfrm>
            <a:custGeom>
              <a:avLst/>
              <a:gdLst/>
              <a:ahLst/>
              <a:cxnLst/>
              <a:rect l="l" t="t" r="r" b="b"/>
              <a:pathLst>
                <a:path w="24859" h="24859" extrusionOk="0">
                  <a:moveTo>
                    <a:pt x="0" y="1"/>
                  </a:moveTo>
                  <a:lnTo>
                    <a:pt x="0" y="24858"/>
                  </a:lnTo>
                  <a:lnTo>
                    <a:pt x="24858" y="24858"/>
                  </a:lnTo>
                  <a:lnTo>
                    <a:pt x="24858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</p:grpSp>
      <p:grpSp>
        <p:nvGrpSpPr>
          <p:cNvPr id="177" name="Google Shape;177;p10"/>
          <p:cNvGrpSpPr/>
          <p:nvPr/>
        </p:nvGrpSpPr>
        <p:grpSpPr>
          <a:xfrm>
            <a:off x="725577" y="323039"/>
            <a:ext cx="149940" cy="118971"/>
            <a:chOff x="4062602" y="323039"/>
            <a:chExt cx="149940" cy="118971"/>
          </a:xfrm>
        </p:grpSpPr>
        <p:sp>
          <p:nvSpPr>
            <p:cNvPr id="178" name="Google Shape;178;p10"/>
            <p:cNvSpPr/>
            <p:nvPr/>
          </p:nvSpPr>
          <p:spPr>
            <a:xfrm>
              <a:off x="4062602" y="323039"/>
              <a:ext cx="37661" cy="37661"/>
            </a:xfrm>
            <a:custGeom>
              <a:avLst/>
              <a:gdLst/>
              <a:ahLst/>
              <a:cxnLst/>
              <a:rect l="l" t="t" r="r" b="b"/>
              <a:pathLst>
                <a:path w="24859" h="24859" extrusionOk="0">
                  <a:moveTo>
                    <a:pt x="0" y="1"/>
                  </a:moveTo>
                  <a:lnTo>
                    <a:pt x="0" y="24859"/>
                  </a:lnTo>
                  <a:lnTo>
                    <a:pt x="24858" y="24859"/>
                  </a:lnTo>
                  <a:lnTo>
                    <a:pt x="24858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179" name="Google Shape;179;p10"/>
            <p:cNvSpPr/>
            <p:nvPr/>
          </p:nvSpPr>
          <p:spPr>
            <a:xfrm>
              <a:off x="4174877" y="323039"/>
              <a:ext cx="37661" cy="37661"/>
            </a:xfrm>
            <a:custGeom>
              <a:avLst/>
              <a:gdLst/>
              <a:ahLst/>
              <a:cxnLst/>
              <a:rect l="l" t="t" r="r" b="b"/>
              <a:pathLst>
                <a:path w="24859" h="24859" extrusionOk="0">
                  <a:moveTo>
                    <a:pt x="0" y="1"/>
                  </a:moveTo>
                  <a:lnTo>
                    <a:pt x="0" y="24859"/>
                  </a:lnTo>
                  <a:lnTo>
                    <a:pt x="24858" y="24859"/>
                  </a:lnTo>
                  <a:lnTo>
                    <a:pt x="24858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180" name="Google Shape;180;p10"/>
            <p:cNvSpPr/>
            <p:nvPr/>
          </p:nvSpPr>
          <p:spPr>
            <a:xfrm>
              <a:off x="4062605" y="404350"/>
              <a:ext cx="149937" cy="37660"/>
            </a:xfrm>
            <a:custGeom>
              <a:avLst/>
              <a:gdLst/>
              <a:ahLst/>
              <a:cxnLst/>
              <a:rect l="l" t="t" r="r" b="b"/>
              <a:pathLst>
                <a:path w="70393" h="24858" extrusionOk="0">
                  <a:moveTo>
                    <a:pt x="0" y="0"/>
                  </a:moveTo>
                  <a:lnTo>
                    <a:pt x="0" y="24858"/>
                  </a:lnTo>
                  <a:lnTo>
                    <a:pt x="70392" y="24858"/>
                  </a:lnTo>
                  <a:lnTo>
                    <a:pt x="7039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</p:grpSp>
      <p:sp>
        <p:nvSpPr>
          <p:cNvPr id="181" name="Google Shape;181;p10"/>
          <p:cNvSpPr txBox="1">
            <a:spLocks noGrp="1"/>
          </p:cNvSpPr>
          <p:nvPr>
            <p:ph type="body" idx="5"/>
          </p:nvPr>
        </p:nvSpPr>
        <p:spPr>
          <a:xfrm>
            <a:off x="364813" y="3126450"/>
            <a:ext cx="2471700" cy="1628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Char char="●"/>
              <a:defRPr sz="1000"/>
            </a:lvl1pPr>
            <a:lvl2pPr marL="914400" lvl="1" indent="-292100">
              <a:spcBef>
                <a:spcPts val="800"/>
              </a:spcBef>
              <a:spcAft>
                <a:spcPts val="0"/>
              </a:spcAft>
              <a:buSzPts val="1000"/>
              <a:buFont typeface="Space Grotesk"/>
              <a:buChar char="○"/>
              <a:defRPr sz="1000"/>
            </a:lvl2pPr>
            <a:lvl3pPr marL="1371600" lvl="2" indent="-292100">
              <a:spcBef>
                <a:spcPts val="800"/>
              </a:spcBef>
              <a:spcAft>
                <a:spcPts val="0"/>
              </a:spcAft>
              <a:buSzPts val="1000"/>
              <a:buFont typeface="Space Grotesk"/>
              <a:buChar char="■"/>
              <a:defRPr sz="1000"/>
            </a:lvl3pPr>
            <a:lvl4pPr marL="1828800" lvl="3" indent="-292100">
              <a:spcBef>
                <a:spcPts val="800"/>
              </a:spcBef>
              <a:spcAft>
                <a:spcPts val="0"/>
              </a:spcAft>
              <a:buSzPts val="1000"/>
              <a:buFont typeface="Space Grotesk"/>
              <a:buChar char="●"/>
              <a:defRPr sz="1000"/>
            </a:lvl4pPr>
            <a:lvl5pPr marL="2286000" lvl="4" indent="-292100">
              <a:spcBef>
                <a:spcPts val="800"/>
              </a:spcBef>
              <a:spcAft>
                <a:spcPts val="0"/>
              </a:spcAft>
              <a:buSzPts val="1000"/>
              <a:buFont typeface="Space Grotesk"/>
              <a:buChar char="○"/>
              <a:defRPr sz="1000"/>
            </a:lvl5pPr>
            <a:lvl6pPr marL="2743200" lvl="5" indent="-292100">
              <a:spcBef>
                <a:spcPts val="800"/>
              </a:spcBef>
              <a:spcAft>
                <a:spcPts val="0"/>
              </a:spcAft>
              <a:buSzPts val="1000"/>
              <a:buFont typeface="Space Grotesk"/>
              <a:buChar char="■"/>
              <a:defRPr sz="1000"/>
            </a:lvl6pPr>
            <a:lvl7pPr marL="3200400" lvl="6" indent="-292100">
              <a:spcBef>
                <a:spcPts val="800"/>
              </a:spcBef>
              <a:spcAft>
                <a:spcPts val="0"/>
              </a:spcAft>
              <a:buSzPts val="1000"/>
              <a:buFont typeface="Space Grotesk"/>
              <a:buChar char="●"/>
              <a:defRPr sz="1000"/>
            </a:lvl7pPr>
            <a:lvl8pPr marL="3657600" lvl="7" indent="-292100">
              <a:spcBef>
                <a:spcPts val="800"/>
              </a:spcBef>
              <a:spcAft>
                <a:spcPts val="0"/>
              </a:spcAft>
              <a:buSzPts val="1000"/>
              <a:buFont typeface="Space Grotesk"/>
              <a:buChar char="○"/>
              <a:defRPr sz="1000"/>
            </a:lvl8pPr>
            <a:lvl9pPr marL="4114800" lvl="8" indent="-292100">
              <a:spcBef>
                <a:spcPts val="800"/>
              </a:spcBef>
              <a:spcAft>
                <a:spcPts val="800"/>
              </a:spcAft>
              <a:buSzPts val="1000"/>
              <a:buFont typeface="Space Grotesk"/>
              <a:buChar char="■"/>
              <a:defRPr sz="1000"/>
            </a:lvl9pPr>
          </a:lstStyle>
          <a:p>
            <a:endParaRPr/>
          </a:p>
        </p:txBody>
      </p:sp>
      <p:sp>
        <p:nvSpPr>
          <p:cNvPr id="182" name="Google Shape;182;p10"/>
          <p:cNvSpPr txBox="1">
            <a:spLocks noGrp="1"/>
          </p:cNvSpPr>
          <p:nvPr>
            <p:ph type="body" idx="6"/>
          </p:nvPr>
        </p:nvSpPr>
        <p:spPr>
          <a:xfrm>
            <a:off x="3320475" y="3126450"/>
            <a:ext cx="2471700" cy="1628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Char char="●"/>
              <a:defRPr sz="1000"/>
            </a:lvl1pPr>
            <a:lvl2pPr marL="914400" lvl="1" indent="-292100">
              <a:spcBef>
                <a:spcPts val="800"/>
              </a:spcBef>
              <a:spcAft>
                <a:spcPts val="0"/>
              </a:spcAft>
              <a:buSzPts val="1000"/>
              <a:buFont typeface="Space Grotesk"/>
              <a:buChar char="○"/>
              <a:defRPr sz="1000"/>
            </a:lvl2pPr>
            <a:lvl3pPr marL="1371600" lvl="2" indent="-292100">
              <a:spcBef>
                <a:spcPts val="800"/>
              </a:spcBef>
              <a:spcAft>
                <a:spcPts val="0"/>
              </a:spcAft>
              <a:buSzPts val="1000"/>
              <a:buFont typeface="Space Grotesk"/>
              <a:buChar char="■"/>
              <a:defRPr sz="1000"/>
            </a:lvl3pPr>
            <a:lvl4pPr marL="1828800" lvl="3" indent="-292100">
              <a:spcBef>
                <a:spcPts val="800"/>
              </a:spcBef>
              <a:spcAft>
                <a:spcPts val="0"/>
              </a:spcAft>
              <a:buSzPts val="1000"/>
              <a:buFont typeface="Space Grotesk"/>
              <a:buChar char="●"/>
              <a:defRPr sz="1000"/>
            </a:lvl4pPr>
            <a:lvl5pPr marL="2286000" lvl="4" indent="-292100">
              <a:spcBef>
                <a:spcPts val="800"/>
              </a:spcBef>
              <a:spcAft>
                <a:spcPts val="0"/>
              </a:spcAft>
              <a:buSzPts val="1000"/>
              <a:buFont typeface="Space Grotesk"/>
              <a:buChar char="○"/>
              <a:defRPr sz="1000"/>
            </a:lvl5pPr>
            <a:lvl6pPr marL="2743200" lvl="5" indent="-292100">
              <a:spcBef>
                <a:spcPts val="800"/>
              </a:spcBef>
              <a:spcAft>
                <a:spcPts val="0"/>
              </a:spcAft>
              <a:buSzPts val="1000"/>
              <a:buFont typeface="Space Grotesk"/>
              <a:buChar char="■"/>
              <a:defRPr sz="1000"/>
            </a:lvl6pPr>
            <a:lvl7pPr marL="3200400" lvl="6" indent="-292100">
              <a:spcBef>
                <a:spcPts val="800"/>
              </a:spcBef>
              <a:spcAft>
                <a:spcPts val="0"/>
              </a:spcAft>
              <a:buSzPts val="1000"/>
              <a:buFont typeface="Space Grotesk"/>
              <a:buChar char="●"/>
              <a:defRPr sz="1000"/>
            </a:lvl7pPr>
            <a:lvl8pPr marL="3657600" lvl="7" indent="-292100">
              <a:spcBef>
                <a:spcPts val="800"/>
              </a:spcBef>
              <a:spcAft>
                <a:spcPts val="0"/>
              </a:spcAft>
              <a:buSzPts val="1000"/>
              <a:buFont typeface="Space Grotesk"/>
              <a:buChar char="○"/>
              <a:defRPr sz="1000"/>
            </a:lvl8pPr>
            <a:lvl9pPr marL="4114800" lvl="8" indent="-292100">
              <a:spcBef>
                <a:spcPts val="800"/>
              </a:spcBef>
              <a:spcAft>
                <a:spcPts val="800"/>
              </a:spcAft>
              <a:buSzPts val="1000"/>
              <a:buFont typeface="Space Grotesk"/>
              <a:buChar char="■"/>
              <a:defRPr sz="1000"/>
            </a:lvl9pPr>
          </a:lstStyle>
          <a:p>
            <a:endParaRPr/>
          </a:p>
        </p:txBody>
      </p:sp>
      <p:sp>
        <p:nvSpPr>
          <p:cNvPr id="183" name="Google Shape;183;p10"/>
          <p:cNvSpPr txBox="1">
            <a:spLocks noGrp="1"/>
          </p:cNvSpPr>
          <p:nvPr>
            <p:ph type="body" idx="7"/>
          </p:nvPr>
        </p:nvSpPr>
        <p:spPr>
          <a:xfrm>
            <a:off x="6273125" y="3126453"/>
            <a:ext cx="2443500" cy="1628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Char char="●"/>
              <a:defRPr sz="1000"/>
            </a:lvl1pPr>
            <a:lvl2pPr marL="914400" lvl="1" indent="-292100">
              <a:spcBef>
                <a:spcPts val="800"/>
              </a:spcBef>
              <a:spcAft>
                <a:spcPts val="0"/>
              </a:spcAft>
              <a:buSzPts val="1000"/>
              <a:buFont typeface="Space Grotesk"/>
              <a:buChar char="○"/>
              <a:defRPr sz="1000"/>
            </a:lvl2pPr>
            <a:lvl3pPr marL="1371600" lvl="2" indent="-292100">
              <a:spcBef>
                <a:spcPts val="800"/>
              </a:spcBef>
              <a:spcAft>
                <a:spcPts val="0"/>
              </a:spcAft>
              <a:buSzPts val="1000"/>
              <a:buFont typeface="Space Grotesk"/>
              <a:buChar char="■"/>
              <a:defRPr sz="1000"/>
            </a:lvl3pPr>
            <a:lvl4pPr marL="1828800" lvl="3" indent="-292100">
              <a:spcBef>
                <a:spcPts val="800"/>
              </a:spcBef>
              <a:spcAft>
                <a:spcPts val="0"/>
              </a:spcAft>
              <a:buSzPts val="1000"/>
              <a:buFont typeface="Space Grotesk"/>
              <a:buChar char="●"/>
              <a:defRPr sz="1000"/>
            </a:lvl4pPr>
            <a:lvl5pPr marL="2286000" lvl="4" indent="-292100">
              <a:spcBef>
                <a:spcPts val="800"/>
              </a:spcBef>
              <a:spcAft>
                <a:spcPts val="0"/>
              </a:spcAft>
              <a:buSzPts val="1000"/>
              <a:buFont typeface="Space Grotesk"/>
              <a:buChar char="○"/>
              <a:defRPr sz="1000"/>
            </a:lvl5pPr>
            <a:lvl6pPr marL="2743200" lvl="5" indent="-292100">
              <a:spcBef>
                <a:spcPts val="800"/>
              </a:spcBef>
              <a:spcAft>
                <a:spcPts val="0"/>
              </a:spcAft>
              <a:buSzPts val="1000"/>
              <a:buFont typeface="Space Grotesk"/>
              <a:buChar char="■"/>
              <a:defRPr sz="1000"/>
            </a:lvl6pPr>
            <a:lvl7pPr marL="3200400" lvl="6" indent="-292100">
              <a:spcBef>
                <a:spcPts val="800"/>
              </a:spcBef>
              <a:spcAft>
                <a:spcPts val="0"/>
              </a:spcAft>
              <a:buSzPts val="1000"/>
              <a:buFont typeface="Space Grotesk"/>
              <a:buChar char="●"/>
              <a:defRPr sz="1000"/>
            </a:lvl7pPr>
            <a:lvl8pPr marL="3657600" lvl="7" indent="-292100">
              <a:spcBef>
                <a:spcPts val="800"/>
              </a:spcBef>
              <a:spcAft>
                <a:spcPts val="0"/>
              </a:spcAft>
              <a:buSzPts val="1000"/>
              <a:buFont typeface="Space Grotesk"/>
              <a:buChar char="○"/>
              <a:defRPr sz="1000"/>
            </a:lvl8pPr>
            <a:lvl9pPr marL="4114800" lvl="8" indent="-292100">
              <a:spcBef>
                <a:spcPts val="800"/>
              </a:spcBef>
              <a:spcAft>
                <a:spcPts val="800"/>
              </a:spcAft>
              <a:buSzPts val="1000"/>
              <a:buFont typeface="Space Grotesk"/>
              <a:buChar char="■"/>
              <a:defRPr sz="1000"/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468">
          <p15:clr>
            <a:srgbClr val="E46962"/>
          </p15:clr>
        </p15:guide>
        <p15:guide id="2" orient="horz" pos="468">
          <p15:clr>
            <a:srgbClr val="E46962"/>
          </p15:clr>
        </p15:guide>
        <p15:guide id="3" orient="horz" pos="3081">
          <p15:clr>
            <a:srgbClr val="E46962"/>
          </p15:clr>
        </p15:guide>
        <p15:guide id="4" pos="5601">
          <p15:clr>
            <a:srgbClr val="E46962"/>
          </p15:clr>
        </p15:guide>
        <p15:guide id="5" pos="5292">
          <p15:clr>
            <a:srgbClr val="E46962"/>
          </p15:clr>
        </p15:guide>
        <p15:guide id="6" orient="horz" pos="159">
          <p15:clr>
            <a:srgbClr val="E46962"/>
          </p15:clr>
        </p15:guide>
        <p15:guide id="7" orient="horz" pos="2772">
          <p15:clr>
            <a:srgbClr val="E46962"/>
          </p15:clr>
        </p15:guide>
        <p15:guide id="8" pos="159">
          <p15:clr>
            <a:srgbClr val="E46962"/>
          </p15:clr>
        </p15:guide>
        <p15:guide id="9" pos="2268">
          <p15:clr>
            <a:srgbClr val="E46962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ree big ideas - Alt 1">
  <p:cSld name="BLANK_1_1_1_1_1_1_1_1_1_1_1_1_1_1">
    <p:bg>
      <p:bgPr>
        <a:solidFill>
          <a:schemeClr val="dk1"/>
        </a:solidFill>
        <a:effectLst/>
      </p:bgPr>
    </p:bg>
    <p:spTree>
      <p:nvGrpSpPr>
        <p:cNvPr id="1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11"/>
          <p:cNvSpPr txBox="1">
            <a:spLocks noGrp="1"/>
          </p:cNvSpPr>
          <p:nvPr>
            <p:ph type="title"/>
          </p:nvPr>
        </p:nvSpPr>
        <p:spPr>
          <a:xfrm>
            <a:off x="221375" y="223900"/>
            <a:ext cx="6668100" cy="466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500"/>
              <a:buFont typeface="Space Grotesk"/>
              <a:buNone/>
              <a:defRPr sz="3500">
                <a:solidFill>
                  <a:schemeClr val="lt2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900"/>
              <a:buNone/>
              <a:defRPr sz="3900">
                <a:solidFill>
                  <a:schemeClr val="lt2"/>
                </a:solidFill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900"/>
              <a:buNone/>
              <a:defRPr sz="3900">
                <a:solidFill>
                  <a:schemeClr val="lt2"/>
                </a:solidFill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900"/>
              <a:buNone/>
              <a:defRPr sz="3900">
                <a:solidFill>
                  <a:schemeClr val="lt2"/>
                </a:solidFill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900"/>
              <a:buNone/>
              <a:defRPr sz="3900">
                <a:solidFill>
                  <a:schemeClr val="lt2"/>
                </a:solidFill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900"/>
              <a:buNone/>
              <a:defRPr sz="3900">
                <a:solidFill>
                  <a:schemeClr val="lt2"/>
                </a:solidFill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900"/>
              <a:buNone/>
              <a:defRPr sz="3900">
                <a:solidFill>
                  <a:schemeClr val="lt2"/>
                </a:solidFill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900"/>
              <a:buNone/>
              <a:defRPr sz="3900">
                <a:solidFill>
                  <a:schemeClr val="lt2"/>
                </a:solidFill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900"/>
              <a:buNone/>
              <a:defRPr sz="3900">
                <a:solidFill>
                  <a:schemeClr val="lt2"/>
                </a:solidFill>
              </a:defRPr>
            </a:lvl9pPr>
          </a:lstStyle>
          <a:p>
            <a:endParaRPr/>
          </a:p>
        </p:txBody>
      </p:sp>
      <p:sp>
        <p:nvSpPr>
          <p:cNvPr id="186" name="Google Shape;186;p11"/>
          <p:cNvSpPr txBox="1">
            <a:spLocks noGrp="1"/>
          </p:cNvSpPr>
          <p:nvPr>
            <p:ph type="body" idx="1"/>
          </p:nvPr>
        </p:nvSpPr>
        <p:spPr>
          <a:xfrm>
            <a:off x="6197276" y="2370325"/>
            <a:ext cx="2416800" cy="2520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Char char="●"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1pPr>
            <a:lvl2pPr marL="914400" lvl="1" indent="-292100">
              <a:spcBef>
                <a:spcPts val="800"/>
              </a:spcBef>
              <a:spcAft>
                <a:spcPts val="0"/>
              </a:spcAft>
              <a:buSzPts val="1000"/>
              <a:buFont typeface="Space Grotesk Medium"/>
              <a:buChar char="○"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2pPr>
            <a:lvl3pPr marL="1371600" lvl="2" indent="-292100">
              <a:spcBef>
                <a:spcPts val="800"/>
              </a:spcBef>
              <a:spcAft>
                <a:spcPts val="0"/>
              </a:spcAft>
              <a:buSzPts val="1000"/>
              <a:buFont typeface="Space Grotesk Medium"/>
              <a:buChar char="■"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3pPr>
            <a:lvl4pPr marL="1828800" lvl="3" indent="-292100">
              <a:spcBef>
                <a:spcPts val="800"/>
              </a:spcBef>
              <a:spcAft>
                <a:spcPts val="0"/>
              </a:spcAft>
              <a:buSzPts val="1000"/>
              <a:buFont typeface="Space Grotesk Medium"/>
              <a:buChar char="●"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4pPr>
            <a:lvl5pPr marL="2286000" lvl="4" indent="-292100">
              <a:spcBef>
                <a:spcPts val="800"/>
              </a:spcBef>
              <a:spcAft>
                <a:spcPts val="0"/>
              </a:spcAft>
              <a:buSzPts val="1000"/>
              <a:buFont typeface="Space Grotesk Medium"/>
              <a:buChar char="○"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5pPr>
            <a:lvl6pPr marL="2743200" lvl="5" indent="-292100">
              <a:spcBef>
                <a:spcPts val="800"/>
              </a:spcBef>
              <a:spcAft>
                <a:spcPts val="0"/>
              </a:spcAft>
              <a:buSzPts val="1000"/>
              <a:buFont typeface="Space Grotesk Medium"/>
              <a:buChar char="■"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6pPr>
            <a:lvl7pPr marL="3200400" lvl="6" indent="-292100">
              <a:spcBef>
                <a:spcPts val="800"/>
              </a:spcBef>
              <a:spcAft>
                <a:spcPts val="0"/>
              </a:spcAft>
              <a:buSzPts val="1000"/>
              <a:buFont typeface="Space Grotesk Medium"/>
              <a:buChar char="●"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7pPr>
            <a:lvl8pPr marL="3657600" lvl="7" indent="-292100">
              <a:spcBef>
                <a:spcPts val="800"/>
              </a:spcBef>
              <a:spcAft>
                <a:spcPts val="0"/>
              </a:spcAft>
              <a:buSzPts val="1000"/>
              <a:buFont typeface="Space Grotesk Medium"/>
              <a:buChar char="○"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8pPr>
            <a:lvl9pPr marL="4114800" lvl="8" indent="-292100">
              <a:spcBef>
                <a:spcPts val="800"/>
              </a:spcBef>
              <a:spcAft>
                <a:spcPts val="800"/>
              </a:spcAft>
              <a:buSzPts val="1000"/>
              <a:buFont typeface="Space Grotesk Medium"/>
              <a:buChar char="■"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9pPr>
          </a:lstStyle>
          <a:p>
            <a:endParaRPr/>
          </a:p>
        </p:txBody>
      </p:sp>
      <p:sp>
        <p:nvSpPr>
          <p:cNvPr id="187" name="Google Shape;187;p11"/>
          <p:cNvSpPr txBox="1">
            <a:spLocks noGrp="1"/>
          </p:cNvSpPr>
          <p:nvPr>
            <p:ph type="subTitle" idx="2"/>
          </p:nvPr>
        </p:nvSpPr>
        <p:spPr>
          <a:xfrm>
            <a:off x="3311200" y="1593874"/>
            <a:ext cx="2057700" cy="2346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Space Grotesk Medium"/>
              <a:buNone/>
              <a:defRPr sz="1500">
                <a:solidFill>
                  <a:schemeClr val="lt2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defRPr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Space Grotesk Medium"/>
              <a:buNone/>
              <a:defRPr sz="1500">
                <a:solidFill>
                  <a:schemeClr val="lt2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Space Grotesk Medium"/>
              <a:buNone/>
              <a:defRPr sz="1500">
                <a:solidFill>
                  <a:schemeClr val="lt2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Space Grotesk Medium"/>
              <a:buNone/>
              <a:defRPr sz="1500">
                <a:solidFill>
                  <a:schemeClr val="lt2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Space Grotesk Medium"/>
              <a:buNone/>
              <a:defRPr sz="1500">
                <a:solidFill>
                  <a:schemeClr val="lt2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Space Grotesk Medium"/>
              <a:buNone/>
              <a:defRPr sz="1500">
                <a:solidFill>
                  <a:schemeClr val="lt2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Space Grotesk Medium"/>
              <a:buNone/>
              <a:defRPr sz="1500">
                <a:solidFill>
                  <a:schemeClr val="lt2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Space Grotesk Medium"/>
              <a:buNone/>
              <a:defRPr sz="1500">
                <a:solidFill>
                  <a:schemeClr val="lt2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Space Grotesk Medium"/>
              <a:buNone/>
              <a:defRPr sz="1500">
                <a:solidFill>
                  <a:schemeClr val="lt2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defRPr>
            </a:lvl9pPr>
          </a:lstStyle>
          <a:p>
            <a:endParaRPr/>
          </a:p>
        </p:txBody>
      </p:sp>
      <p:sp>
        <p:nvSpPr>
          <p:cNvPr id="188" name="Google Shape;188;p11"/>
          <p:cNvSpPr txBox="1">
            <a:spLocks noGrp="1"/>
          </p:cNvSpPr>
          <p:nvPr>
            <p:ph type="subTitle" idx="3"/>
          </p:nvPr>
        </p:nvSpPr>
        <p:spPr>
          <a:xfrm>
            <a:off x="6294303" y="1593874"/>
            <a:ext cx="2034600" cy="2346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Space Grotesk Medium"/>
              <a:buNone/>
              <a:defRPr sz="1500">
                <a:solidFill>
                  <a:schemeClr val="lt2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defRPr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Space Grotesk Medium"/>
              <a:buNone/>
              <a:defRPr sz="1500">
                <a:solidFill>
                  <a:schemeClr val="lt2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Space Grotesk Medium"/>
              <a:buNone/>
              <a:defRPr sz="1500">
                <a:solidFill>
                  <a:schemeClr val="lt2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Space Grotesk Medium"/>
              <a:buNone/>
              <a:defRPr sz="1500">
                <a:solidFill>
                  <a:schemeClr val="lt2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Space Grotesk Medium"/>
              <a:buNone/>
              <a:defRPr sz="1500">
                <a:solidFill>
                  <a:schemeClr val="lt2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Space Grotesk Medium"/>
              <a:buNone/>
              <a:defRPr sz="1500">
                <a:solidFill>
                  <a:schemeClr val="lt2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Space Grotesk Medium"/>
              <a:buNone/>
              <a:defRPr sz="1500">
                <a:solidFill>
                  <a:schemeClr val="lt2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Space Grotesk Medium"/>
              <a:buNone/>
              <a:defRPr sz="1500">
                <a:solidFill>
                  <a:schemeClr val="lt2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Space Grotesk Medium"/>
              <a:buNone/>
              <a:defRPr sz="1500">
                <a:solidFill>
                  <a:schemeClr val="lt2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defRPr>
            </a:lvl9pPr>
          </a:lstStyle>
          <a:p>
            <a:endParaRPr/>
          </a:p>
        </p:txBody>
      </p:sp>
      <p:sp>
        <p:nvSpPr>
          <p:cNvPr id="189" name="Google Shape;189;p11"/>
          <p:cNvSpPr txBox="1">
            <a:spLocks noGrp="1"/>
          </p:cNvSpPr>
          <p:nvPr>
            <p:ph type="subTitle" idx="4"/>
          </p:nvPr>
        </p:nvSpPr>
        <p:spPr>
          <a:xfrm>
            <a:off x="252600" y="809250"/>
            <a:ext cx="2801700" cy="921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Space Grotesk Medium"/>
              <a:buNone/>
              <a:defRPr sz="1000">
                <a:solidFill>
                  <a:schemeClr val="lt2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Space Grotesk Medium"/>
              <a:buNone/>
              <a:defRPr sz="1000">
                <a:solidFill>
                  <a:schemeClr val="lt2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Space Grotesk Medium"/>
              <a:buNone/>
              <a:defRPr sz="1000">
                <a:solidFill>
                  <a:schemeClr val="lt2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Space Grotesk Medium"/>
              <a:buNone/>
              <a:defRPr sz="1000">
                <a:solidFill>
                  <a:schemeClr val="lt2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Space Grotesk Medium"/>
              <a:buNone/>
              <a:defRPr sz="1000">
                <a:solidFill>
                  <a:schemeClr val="lt2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Space Grotesk Medium"/>
              <a:buNone/>
              <a:defRPr sz="1000">
                <a:solidFill>
                  <a:schemeClr val="lt2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Space Grotesk Medium"/>
              <a:buNone/>
              <a:defRPr sz="1000">
                <a:solidFill>
                  <a:schemeClr val="lt2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Space Grotesk Medium"/>
              <a:buNone/>
              <a:defRPr sz="1000">
                <a:solidFill>
                  <a:schemeClr val="lt2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Space Grotesk Medium"/>
              <a:buNone/>
              <a:defRPr sz="1000">
                <a:solidFill>
                  <a:schemeClr val="lt2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defRPr>
            </a:lvl9pPr>
          </a:lstStyle>
          <a:p>
            <a:endParaRPr/>
          </a:p>
        </p:txBody>
      </p:sp>
      <p:sp>
        <p:nvSpPr>
          <p:cNvPr id="190" name="Google Shape;190;p11"/>
          <p:cNvSpPr txBox="1">
            <a:spLocks noGrp="1"/>
          </p:cNvSpPr>
          <p:nvPr>
            <p:ph type="body" idx="5"/>
          </p:nvPr>
        </p:nvSpPr>
        <p:spPr>
          <a:xfrm>
            <a:off x="3224231" y="2370325"/>
            <a:ext cx="2416800" cy="2520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Char char="●"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1pPr>
            <a:lvl2pPr marL="914400" lvl="1" indent="-292100">
              <a:spcBef>
                <a:spcPts val="800"/>
              </a:spcBef>
              <a:spcAft>
                <a:spcPts val="0"/>
              </a:spcAft>
              <a:buSzPts val="1000"/>
              <a:buFont typeface="Space Grotesk Medium"/>
              <a:buChar char="○"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2pPr>
            <a:lvl3pPr marL="1371600" lvl="2" indent="-292100">
              <a:spcBef>
                <a:spcPts val="800"/>
              </a:spcBef>
              <a:spcAft>
                <a:spcPts val="0"/>
              </a:spcAft>
              <a:buSzPts val="1000"/>
              <a:buFont typeface="Space Grotesk Medium"/>
              <a:buChar char="■"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3pPr>
            <a:lvl4pPr marL="1828800" lvl="3" indent="-292100">
              <a:spcBef>
                <a:spcPts val="800"/>
              </a:spcBef>
              <a:spcAft>
                <a:spcPts val="0"/>
              </a:spcAft>
              <a:buSzPts val="1000"/>
              <a:buFont typeface="Space Grotesk Medium"/>
              <a:buChar char="●"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4pPr>
            <a:lvl5pPr marL="2286000" lvl="4" indent="-292100">
              <a:spcBef>
                <a:spcPts val="800"/>
              </a:spcBef>
              <a:spcAft>
                <a:spcPts val="0"/>
              </a:spcAft>
              <a:buSzPts val="1000"/>
              <a:buFont typeface="Space Grotesk Medium"/>
              <a:buChar char="○"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5pPr>
            <a:lvl6pPr marL="2743200" lvl="5" indent="-292100">
              <a:spcBef>
                <a:spcPts val="800"/>
              </a:spcBef>
              <a:spcAft>
                <a:spcPts val="0"/>
              </a:spcAft>
              <a:buSzPts val="1000"/>
              <a:buFont typeface="Space Grotesk Medium"/>
              <a:buChar char="■"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6pPr>
            <a:lvl7pPr marL="3200400" lvl="6" indent="-292100">
              <a:spcBef>
                <a:spcPts val="800"/>
              </a:spcBef>
              <a:spcAft>
                <a:spcPts val="0"/>
              </a:spcAft>
              <a:buSzPts val="1000"/>
              <a:buFont typeface="Space Grotesk Medium"/>
              <a:buChar char="●"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7pPr>
            <a:lvl8pPr marL="3657600" lvl="7" indent="-292100">
              <a:spcBef>
                <a:spcPts val="800"/>
              </a:spcBef>
              <a:spcAft>
                <a:spcPts val="0"/>
              </a:spcAft>
              <a:buSzPts val="1000"/>
              <a:buFont typeface="Space Grotesk Medium"/>
              <a:buChar char="○"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8pPr>
            <a:lvl9pPr marL="4114800" lvl="8" indent="-292100">
              <a:spcBef>
                <a:spcPts val="800"/>
              </a:spcBef>
              <a:spcAft>
                <a:spcPts val="800"/>
              </a:spcAft>
              <a:buSzPts val="1000"/>
              <a:buFont typeface="Space Grotesk Medium"/>
              <a:buChar char="■"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9pPr>
          </a:lstStyle>
          <a:p>
            <a:endParaRPr/>
          </a:p>
        </p:txBody>
      </p:sp>
      <p:sp>
        <p:nvSpPr>
          <p:cNvPr id="191" name="Google Shape;191;p11"/>
          <p:cNvSpPr txBox="1">
            <a:spLocks noGrp="1"/>
          </p:cNvSpPr>
          <p:nvPr>
            <p:ph type="body" idx="6"/>
          </p:nvPr>
        </p:nvSpPr>
        <p:spPr>
          <a:xfrm>
            <a:off x="252600" y="2370325"/>
            <a:ext cx="2187000" cy="646200"/>
          </a:xfrm>
          <a:prstGeom prst="rect">
            <a:avLst/>
          </a:prstGeom>
        </p:spPr>
        <p:txBody>
          <a:bodyPr spcFirstLastPara="1" wrap="square" lIns="0" tIns="0" rIns="0" bIns="90000" anchor="t" anchorCtr="0">
            <a:noAutofit/>
          </a:bodyPr>
          <a:lstStyle>
            <a:lvl1pPr marL="457200" lvl="0" indent="-32385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 Medium"/>
              <a:buChar char="●"/>
              <a:defRPr sz="1500">
                <a:latin typeface="Space Grotesk Medium"/>
                <a:ea typeface="Space Grotesk Medium"/>
                <a:cs typeface="Space Grotesk Medium"/>
                <a:sym typeface="Space Grotesk Medium"/>
              </a:defRPr>
            </a:lvl1pPr>
            <a:lvl2pPr marL="914400" lvl="1" indent="-323850">
              <a:spcBef>
                <a:spcPts val="800"/>
              </a:spcBef>
              <a:spcAft>
                <a:spcPts val="0"/>
              </a:spcAft>
              <a:buSzPts val="1500"/>
              <a:buFont typeface="Space Grotesk Medium"/>
              <a:buChar char="○"/>
              <a:defRPr sz="1500">
                <a:latin typeface="Space Grotesk Medium"/>
                <a:ea typeface="Space Grotesk Medium"/>
                <a:cs typeface="Space Grotesk Medium"/>
                <a:sym typeface="Space Grotesk Medium"/>
              </a:defRPr>
            </a:lvl2pPr>
            <a:lvl3pPr marL="1371600" lvl="2" indent="-323850">
              <a:spcBef>
                <a:spcPts val="800"/>
              </a:spcBef>
              <a:spcAft>
                <a:spcPts val="0"/>
              </a:spcAft>
              <a:buSzPts val="1500"/>
              <a:buFont typeface="Space Grotesk Medium"/>
              <a:buChar char="■"/>
              <a:defRPr sz="1500">
                <a:latin typeface="Space Grotesk Medium"/>
                <a:ea typeface="Space Grotesk Medium"/>
                <a:cs typeface="Space Grotesk Medium"/>
                <a:sym typeface="Space Grotesk Medium"/>
              </a:defRPr>
            </a:lvl3pPr>
            <a:lvl4pPr marL="1828800" lvl="3" indent="-323850">
              <a:spcBef>
                <a:spcPts val="800"/>
              </a:spcBef>
              <a:spcAft>
                <a:spcPts val="0"/>
              </a:spcAft>
              <a:buSzPts val="1500"/>
              <a:buFont typeface="Space Grotesk Medium"/>
              <a:buChar char="●"/>
              <a:defRPr sz="1500">
                <a:latin typeface="Space Grotesk Medium"/>
                <a:ea typeface="Space Grotesk Medium"/>
                <a:cs typeface="Space Grotesk Medium"/>
                <a:sym typeface="Space Grotesk Medium"/>
              </a:defRPr>
            </a:lvl4pPr>
            <a:lvl5pPr marL="2286000" lvl="4" indent="-323850">
              <a:spcBef>
                <a:spcPts val="800"/>
              </a:spcBef>
              <a:spcAft>
                <a:spcPts val="0"/>
              </a:spcAft>
              <a:buSzPts val="1500"/>
              <a:buFont typeface="Space Grotesk Medium"/>
              <a:buChar char="○"/>
              <a:defRPr sz="1500">
                <a:latin typeface="Space Grotesk Medium"/>
                <a:ea typeface="Space Grotesk Medium"/>
                <a:cs typeface="Space Grotesk Medium"/>
                <a:sym typeface="Space Grotesk Medium"/>
              </a:defRPr>
            </a:lvl5pPr>
            <a:lvl6pPr marL="2743200" lvl="5" indent="-323850">
              <a:spcBef>
                <a:spcPts val="800"/>
              </a:spcBef>
              <a:spcAft>
                <a:spcPts val="0"/>
              </a:spcAft>
              <a:buSzPts val="1500"/>
              <a:buFont typeface="Space Grotesk Medium"/>
              <a:buChar char="■"/>
              <a:defRPr sz="1500">
                <a:latin typeface="Space Grotesk Medium"/>
                <a:ea typeface="Space Grotesk Medium"/>
                <a:cs typeface="Space Grotesk Medium"/>
                <a:sym typeface="Space Grotesk Medium"/>
              </a:defRPr>
            </a:lvl6pPr>
            <a:lvl7pPr marL="3200400" lvl="6" indent="-323850">
              <a:spcBef>
                <a:spcPts val="800"/>
              </a:spcBef>
              <a:spcAft>
                <a:spcPts val="0"/>
              </a:spcAft>
              <a:buSzPts val="1500"/>
              <a:buFont typeface="Space Grotesk Medium"/>
              <a:buChar char="●"/>
              <a:defRPr sz="1500">
                <a:latin typeface="Space Grotesk Medium"/>
                <a:ea typeface="Space Grotesk Medium"/>
                <a:cs typeface="Space Grotesk Medium"/>
                <a:sym typeface="Space Grotesk Medium"/>
              </a:defRPr>
            </a:lvl7pPr>
            <a:lvl8pPr marL="3657600" lvl="7" indent="-323850">
              <a:spcBef>
                <a:spcPts val="800"/>
              </a:spcBef>
              <a:spcAft>
                <a:spcPts val="0"/>
              </a:spcAft>
              <a:buSzPts val="1500"/>
              <a:buFont typeface="Space Grotesk Medium"/>
              <a:buChar char="○"/>
              <a:defRPr sz="1500">
                <a:latin typeface="Space Grotesk Medium"/>
                <a:ea typeface="Space Grotesk Medium"/>
                <a:cs typeface="Space Grotesk Medium"/>
                <a:sym typeface="Space Grotesk Medium"/>
              </a:defRPr>
            </a:lvl8pPr>
            <a:lvl9pPr marL="4114800" lvl="8" indent="-323850">
              <a:spcBef>
                <a:spcPts val="800"/>
              </a:spcBef>
              <a:spcAft>
                <a:spcPts val="800"/>
              </a:spcAft>
              <a:buSzPts val="1500"/>
              <a:buFont typeface="Space Grotesk Medium"/>
              <a:buChar char="■"/>
              <a:defRPr sz="1500">
                <a:latin typeface="Space Grotesk Medium"/>
                <a:ea typeface="Space Grotesk Medium"/>
                <a:cs typeface="Space Grotesk Medium"/>
                <a:sym typeface="Space Grotesk Medium"/>
              </a:defRPr>
            </a:lvl9pPr>
          </a:lstStyle>
          <a:p>
            <a:endParaRPr/>
          </a:p>
        </p:txBody>
      </p:sp>
      <p:sp>
        <p:nvSpPr>
          <p:cNvPr id="192" name="Google Shape;192;p11"/>
          <p:cNvSpPr txBox="1">
            <a:spLocks noGrp="1"/>
          </p:cNvSpPr>
          <p:nvPr>
            <p:ph type="body" idx="7"/>
          </p:nvPr>
        </p:nvSpPr>
        <p:spPr>
          <a:xfrm>
            <a:off x="252600" y="3039157"/>
            <a:ext cx="2118600" cy="876300"/>
          </a:xfrm>
          <a:prstGeom prst="rect">
            <a:avLst/>
          </a:prstGeom>
        </p:spPr>
        <p:txBody>
          <a:bodyPr spcFirstLastPara="1" wrap="square" lIns="0" tIns="0" rIns="0" bIns="90000" anchor="t" anchorCtr="0">
            <a:noAutofit/>
          </a:bodyPr>
          <a:lstStyle>
            <a:lvl1pPr marL="457200" lvl="0" indent="-2921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marL="914400" lvl="1" indent="-2921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○"/>
              <a:defRPr sz="1000"/>
            </a:lvl2pPr>
            <a:lvl3pPr marL="1371600" lvl="2" indent="-2921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■"/>
              <a:defRPr sz="1000"/>
            </a:lvl3pPr>
            <a:lvl4pPr marL="1828800" lvl="3" indent="-2921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●"/>
              <a:defRPr sz="1000"/>
            </a:lvl4pPr>
            <a:lvl5pPr marL="2286000" lvl="4" indent="-2921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○"/>
              <a:defRPr sz="1000"/>
            </a:lvl5pPr>
            <a:lvl6pPr marL="2743200" lvl="5" indent="-2921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■"/>
              <a:defRPr sz="1000"/>
            </a:lvl6pPr>
            <a:lvl7pPr marL="3200400" lvl="6" indent="-2921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●"/>
              <a:defRPr sz="1000"/>
            </a:lvl7pPr>
            <a:lvl8pPr marL="3657600" lvl="7" indent="-2921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○"/>
              <a:defRPr sz="1000"/>
            </a:lvl8pPr>
            <a:lvl9pPr marL="4114800" lvl="8" indent="-292100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SzPts val="1000"/>
              <a:buChar char="■"/>
              <a:defRPr sz="1000"/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68">
          <p15:clr>
            <a:srgbClr val="E46962"/>
          </p15:clr>
        </p15:guide>
        <p15:guide id="2" pos="468">
          <p15:clr>
            <a:srgbClr val="E46962"/>
          </p15:clr>
        </p15:guide>
        <p15:guide id="3" pos="5601">
          <p15:clr>
            <a:srgbClr val="E46962"/>
          </p15:clr>
        </p15:guide>
        <p15:guide id="4" orient="horz" pos="3081">
          <p15:clr>
            <a:srgbClr val="E46962"/>
          </p15:clr>
        </p15:guide>
        <p15:guide id="5" pos="159">
          <p15:clr>
            <a:srgbClr val="E46962"/>
          </p15:clr>
        </p15:guide>
        <p15:guide id="6" pos="5292">
          <p15:clr>
            <a:srgbClr val="E46962"/>
          </p15:clr>
        </p15:guide>
        <p15:guide id="7" orient="horz" pos="2772">
          <p15:clr>
            <a:srgbClr val="E46962"/>
          </p15:clr>
        </p15:guide>
        <p15:guide id="8" orient="horz" pos="159">
          <p15:clr>
            <a:srgbClr val="E46962"/>
          </p15:clr>
        </p15:guide>
        <p15:guide id="9" orient="horz" pos="598">
          <p15:clr>
            <a:srgbClr val="E46962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ngo">
  <p:cSld name="BLANK_1_1_1_1_1_1_1_1_1_1_1_1_1_1_2_1_2">
    <p:bg>
      <p:bgPr>
        <a:solidFill>
          <a:schemeClr val="dk1"/>
        </a:solidFill>
        <a:effectLst/>
      </p:bgPr>
    </p:bg>
    <p:spTree>
      <p:nvGrpSpPr>
        <p:cNvPr id="1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12"/>
          <p:cNvSpPr txBox="1">
            <a:spLocks noGrp="1"/>
          </p:cNvSpPr>
          <p:nvPr>
            <p:ph type="subTitle" idx="1"/>
          </p:nvPr>
        </p:nvSpPr>
        <p:spPr>
          <a:xfrm>
            <a:off x="252600" y="809250"/>
            <a:ext cx="2801700" cy="921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Space Grotesk Medium"/>
              <a:buNone/>
              <a:defRPr sz="1000">
                <a:solidFill>
                  <a:schemeClr val="lt2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Space Grotesk Medium"/>
              <a:buNone/>
              <a:defRPr sz="1000">
                <a:solidFill>
                  <a:schemeClr val="lt2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Space Grotesk Medium"/>
              <a:buNone/>
              <a:defRPr sz="1000">
                <a:solidFill>
                  <a:schemeClr val="lt2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Space Grotesk Medium"/>
              <a:buNone/>
              <a:defRPr sz="1000">
                <a:solidFill>
                  <a:schemeClr val="lt2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Space Grotesk Medium"/>
              <a:buNone/>
              <a:defRPr sz="1000">
                <a:solidFill>
                  <a:schemeClr val="lt2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Space Grotesk Medium"/>
              <a:buNone/>
              <a:defRPr sz="1000">
                <a:solidFill>
                  <a:schemeClr val="lt2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Space Grotesk Medium"/>
              <a:buNone/>
              <a:defRPr sz="1000">
                <a:solidFill>
                  <a:schemeClr val="lt2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Space Grotesk Medium"/>
              <a:buNone/>
              <a:defRPr sz="1000">
                <a:solidFill>
                  <a:schemeClr val="lt2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Space Grotesk Medium"/>
              <a:buNone/>
              <a:defRPr sz="1000">
                <a:solidFill>
                  <a:schemeClr val="lt2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defRPr>
            </a:lvl9pPr>
          </a:lstStyle>
          <a:p>
            <a:endParaRPr/>
          </a:p>
        </p:txBody>
      </p:sp>
      <p:sp>
        <p:nvSpPr>
          <p:cNvPr id="195" name="Google Shape;195;p12"/>
          <p:cNvSpPr txBox="1">
            <a:spLocks noGrp="1"/>
          </p:cNvSpPr>
          <p:nvPr>
            <p:ph type="subTitle" idx="2"/>
          </p:nvPr>
        </p:nvSpPr>
        <p:spPr>
          <a:xfrm>
            <a:off x="252600" y="2831039"/>
            <a:ext cx="2734200" cy="493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 Medium"/>
              <a:buNone/>
              <a:defRPr sz="1500">
                <a:highlight>
                  <a:schemeClr val="lt2"/>
                </a:highlight>
                <a:latin typeface="Space Grotesk Medium"/>
                <a:ea typeface="Space Grotesk Medium"/>
                <a:cs typeface="Space Grotesk Medium"/>
                <a:sym typeface="Space Grotesk Medium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Space Grotesk Medium"/>
              <a:buNone/>
              <a:defRPr sz="1500">
                <a:highlight>
                  <a:schemeClr val="accent5"/>
                </a:highlight>
                <a:latin typeface="Space Grotesk Medium"/>
                <a:ea typeface="Space Grotesk Medium"/>
                <a:cs typeface="Space Grotesk Medium"/>
                <a:sym typeface="Space Grotesk Medium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Space Grotesk Medium"/>
              <a:buNone/>
              <a:defRPr sz="1500">
                <a:highlight>
                  <a:schemeClr val="accent5"/>
                </a:highlight>
                <a:latin typeface="Space Grotesk Medium"/>
                <a:ea typeface="Space Grotesk Medium"/>
                <a:cs typeface="Space Grotesk Medium"/>
                <a:sym typeface="Space Grotesk Medium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Space Grotesk Medium"/>
              <a:buNone/>
              <a:defRPr sz="1500">
                <a:highlight>
                  <a:schemeClr val="accent5"/>
                </a:highlight>
                <a:latin typeface="Space Grotesk Medium"/>
                <a:ea typeface="Space Grotesk Medium"/>
                <a:cs typeface="Space Grotesk Medium"/>
                <a:sym typeface="Space Grotesk Medium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Space Grotesk Medium"/>
              <a:buNone/>
              <a:defRPr sz="1500">
                <a:highlight>
                  <a:schemeClr val="accent5"/>
                </a:highlight>
                <a:latin typeface="Space Grotesk Medium"/>
                <a:ea typeface="Space Grotesk Medium"/>
                <a:cs typeface="Space Grotesk Medium"/>
                <a:sym typeface="Space Grotesk Medium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Space Grotesk Medium"/>
              <a:buNone/>
              <a:defRPr sz="1500">
                <a:highlight>
                  <a:schemeClr val="accent5"/>
                </a:highlight>
                <a:latin typeface="Space Grotesk Medium"/>
                <a:ea typeface="Space Grotesk Medium"/>
                <a:cs typeface="Space Grotesk Medium"/>
                <a:sym typeface="Space Grotesk Medium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Space Grotesk Medium"/>
              <a:buNone/>
              <a:defRPr sz="1500">
                <a:highlight>
                  <a:schemeClr val="accent5"/>
                </a:highlight>
                <a:latin typeface="Space Grotesk Medium"/>
                <a:ea typeface="Space Grotesk Medium"/>
                <a:cs typeface="Space Grotesk Medium"/>
                <a:sym typeface="Space Grotesk Medium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Space Grotesk Medium"/>
              <a:buNone/>
              <a:defRPr sz="1500">
                <a:highlight>
                  <a:schemeClr val="accent5"/>
                </a:highlight>
                <a:latin typeface="Space Grotesk Medium"/>
                <a:ea typeface="Space Grotesk Medium"/>
                <a:cs typeface="Space Grotesk Medium"/>
                <a:sym typeface="Space Grotesk Medium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Space Grotesk Medium"/>
              <a:buNone/>
              <a:defRPr sz="1500">
                <a:highlight>
                  <a:schemeClr val="accent5"/>
                </a:highlight>
                <a:latin typeface="Space Grotesk Medium"/>
                <a:ea typeface="Space Grotesk Medium"/>
                <a:cs typeface="Space Grotesk Medium"/>
                <a:sym typeface="Space Grotesk Medium"/>
              </a:defRPr>
            </a:lvl9pPr>
          </a:lstStyle>
          <a:p>
            <a:endParaRPr/>
          </a:p>
        </p:txBody>
      </p:sp>
      <p:sp>
        <p:nvSpPr>
          <p:cNvPr id="196" name="Google Shape;196;p12"/>
          <p:cNvSpPr txBox="1">
            <a:spLocks noGrp="1"/>
          </p:cNvSpPr>
          <p:nvPr>
            <p:ph type="title"/>
          </p:nvPr>
        </p:nvSpPr>
        <p:spPr>
          <a:xfrm>
            <a:off x="7520025" y="949950"/>
            <a:ext cx="846900" cy="374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Space Grotesk"/>
                <a:ea typeface="Space Grotesk"/>
                <a:cs typeface="Space Grotesk"/>
                <a:sym typeface="Space Grotesk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/>
            </a:lvl9pPr>
          </a:lstStyle>
          <a:p>
            <a:endParaRPr/>
          </a:p>
        </p:txBody>
      </p:sp>
      <p:sp>
        <p:nvSpPr>
          <p:cNvPr id="197" name="Google Shape;197;p12"/>
          <p:cNvSpPr txBox="1">
            <a:spLocks noGrp="1"/>
          </p:cNvSpPr>
          <p:nvPr>
            <p:ph type="title" idx="3"/>
          </p:nvPr>
        </p:nvSpPr>
        <p:spPr>
          <a:xfrm>
            <a:off x="4390704" y="2378650"/>
            <a:ext cx="846900" cy="374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Space Grotesk"/>
                <a:ea typeface="Space Grotesk"/>
                <a:cs typeface="Space Grotesk"/>
                <a:sym typeface="Space Grotesk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/>
            </a:lvl9pPr>
          </a:lstStyle>
          <a:p>
            <a:endParaRPr/>
          </a:p>
        </p:txBody>
      </p:sp>
      <p:sp>
        <p:nvSpPr>
          <p:cNvPr id="198" name="Google Shape;198;p12"/>
          <p:cNvSpPr txBox="1">
            <a:spLocks noGrp="1"/>
          </p:cNvSpPr>
          <p:nvPr>
            <p:ph type="title" idx="4"/>
          </p:nvPr>
        </p:nvSpPr>
        <p:spPr>
          <a:xfrm>
            <a:off x="5919225" y="2264275"/>
            <a:ext cx="846900" cy="374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Space Grotesk"/>
                <a:ea typeface="Space Grotesk"/>
                <a:cs typeface="Space Grotesk"/>
                <a:sym typeface="Space Grotesk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/>
            </a:lvl9pPr>
          </a:lstStyle>
          <a:p>
            <a:endParaRPr/>
          </a:p>
        </p:txBody>
      </p:sp>
      <p:sp>
        <p:nvSpPr>
          <p:cNvPr id="199" name="Google Shape;199;p12"/>
          <p:cNvSpPr txBox="1">
            <a:spLocks noGrp="1"/>
          </p:cNvSpPr>
          <p:nvPr>
            <p:ph type="title" idx="5"/>
          </p:nvPr>
        </p:nvSpPr>
        <p:spPr>
          <a:xfrm>
            <a:off x="7251700" y="2378650"/>
            <a:ext cx="846900" cy="374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accent2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/>
            </a:lvl9pPr>
          </a:lstStyle>
          <a:p>
            <a:endParaRPr/>
          </a:p>
        </p:txBody>
      </p:sp>
      <p:sp>
        <p:nvSpPr>
          <p:cNvPr id="200" name="Google Shape;200;p12"/>
          <p:cNvSpPr txBox="1">
            <a:spLocks noGrp="1"/>
          </p:cNvSpPr>
          <p:nvPr>
            <p:ph type="title" idx="6"/>
          </p:nvPr>
        </p:nvSpPr>
        <p:spPr>
          <a:xfrm>
            <a:off x="4390704" y="3906725"/>
            <a:ext cx="846900" cy="374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accent2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9pPr>
          </a:lstStyle>
          <a:p>
            <a:endParaRPr/>
          </a:p>
        </p:txBody>
      </p:sp>
      <p:sp>
        <p:nvSpPr>
          <p:cNvPr id="201" name="Google Shape;201;p12"/>
          <p:cNvSpPr txBox="1">
            <a:spLocks noGrp="1"/>
          </p:cNvSpPr>
          <p:nvPr>
            <p:ph type="title" idx="7"/>
          </p:nvPr>
        </p:nvSpPr>
        <p:spPr>
          <a:xfrm>
            <a:off x="5919225" y="3768600"/>
            <a:ext cx="846900" cy="374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Space Grotesk"/>
                <a:ea typeface="Space Grotesk"/>
                <a:cs typeface="Space Grotesk"/>
                <a:sym typeface="Space Grotesk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/>
            </a:lvl9pPr>
          </a:lstStyle>
          <a:p>
            <a:endParaRPr/>
          </a:p>
        </p:txBody>
      </p:sp>
      <p:sp>
        <p:nvSpPr>
          <p:cNvPr id="202" name="Google Shape;202;p12"/>
          <p:cNvSpPr txBox="1">
            <a:spLocks noGrp="1"/>
          </p:cNvSpPr>
          <p:nvPr>
            <p:ph type="title" idx="8"/>
          </p:nvPr>
        </p:nvSpPr>
        <p:spPr>
          <a:xfrm>
            <a:off x="7520025" y="3641175"/>
            <a:ext cx="846900" cy="374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accent5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/>
            </a:lvl9pPr>
          </a:lstStyle>
          <a:p>
            <a:endParaRPr/>
          </a:p>
        </p:txBody>
      </p:sp>
      <p:sp>
        <p:nvSpPr>
          <p:cNvPr id="203" name="Google Shape;203;p12"/>
          <p:cNvSpPr txBox="1">
            <a:spLocks noGrp="1"/>
          </p:cNvSpPr>
          <p:nvPr>
            <p:ph type="title" idx="9"/>
          </p:nvPr>
        </p:nvSpPr>
        <p:spPr>
          <a:xfrm>
            <a:off x="4390704" y="898075"/>
            <a:ext cx="846900" cy="374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accent4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/>
            </a:lvl9pPr>
          </a:lstStyle>
          <a:p>
            <a:endParaRPr/>
          </a:p>
        </p:txBody>
      </p:sp>
      <p:sp>
        <p:nvSpPr>
          <p:cNvPr id="204" name="Google Shape;204;p12"/>
          <p:cNvSpPr txBox="1">
            <a:spLocks noGrp="1"/>
          </p:cNvSpPr>
          <p:nvPr>
            <p:ph type="title" idx="13"/>
          </p:nvPr>
        </p:nvSpPr>
        <p:spPr>
          <a:xfrm>
            <a:off x="5992500" y="977450"/>
            <a:ext cx="846900" cy="374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9pPr>
          </a:lstStyle>
          <a:p>
            <a:endParaRPr/>
          </a:p>
        </p:txBody>
      </p:sp>
      <p:sp>
        <p:nvSpPr>
          <p:cNvPr id="205" name="Google Shape;205;p12"/>
          <p:cNvSpPr txBox="1">
            <a:spLocks noGrp="1"/>
          </p:cNvSpPr>
          <p:nvPr>
            <p:ph type="title" idx="14"/>
          </p:nvPr>
        </p:nvSpPr>
        <p:spPr>
          <a:xfrm>
            <a:off x="257707" y="3448488"/>
            <a:ext cx="943500" cy="416700"/>
          </a:xfrm>
          <a:prstGeom prst="rect">
            <a:avLst/>
          </a:prstGeom>
          <a:solidFill>
            <a:schemeClr val="dk1"/>
          </a:solidFill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9pPr>
          </a:lstStyle>
          <a:p>
            <a:endParaRPr/>
          </a:p>
        </p:txBody>
      </p:sp>
      <p:sp>
        <p:nvSpPr>
          <p:cNvPr id="206" name="Google Shape;206;p12"/>
          <p:cNvSpPr txBox="1">
            <a:spLocks noGrp="1"/>
          </p:cNvSpPr>
          <p:nvPr>
            <p:ph type="title" idx="15"/>
          </p:nvPr>
        </p:nvSpPr>
        <p:spPr>
          <a:xfrm>
            <a:off x="257707" y="3961275"/>
            <a:ext cx="943500" cy="416700"/>
          </a:xfrm>
          <a:prstGeom prst="rect">
            <a:avLst/>
          </a:prstGeom>
          <a:solidFill>
            <a:schemeClr val="dk1"/>
          </a:solidFill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9pPr>
          </a:lstStyle>
          <a:p>
            <a:endParaRPr/>
          </a:p>
        </p:txBody>
      </p:sp>
      <p:sp>
        <p:nvSpPr>
          <p:cNvPr id="207" name="Google Shape;207;p12"/>
          <p:cNvSpPr txBox="1">
            <a:spLocks noGrp="1"/>
          </p:cNvSpPr>
          <p:nvPr>
            <p:ph type="title" idx="16"/>
          </p:nvPr>
        </p:nvSpPr>
        <p:spPr>
          <a:xfrm>
            <a:off x="1311836" y="3961287"/>
            <a:ext cx="943500" cy="416700"/>
          </a:xfrm>
          <a:prstGeom prst="rect">
            <a:avLst/>
          </a:prstGeom>
          <a:solidFill>
            <a:schemeClr val="dk1"/>
          </a:solidFill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9pPr>
          </a:lstStyle>
          <a:p>
            <a:endParaRPr/>
          </a:p>
        </p:txBody>
      </p:sp>
      <p:sp>
        <p:nvSpPr>
          <p:cNvPr id="208" name="Google Shape;208;p12"/>
          <p:cNvSpPr txBox="1">
            <a:spLocks noGrp="1"/>
          </p:cNvSpPr>
          <p:nvPr>
            <p:ph type="title" idx="17"/>
          </p:nvPr>
        </p:nvSpPr>
        <p:spPr>
          <a:xfrm>
            <a:off x="2365953" y="3961287"/>
            <a:ext cx="943500" cy="416700"/>
          </a:xfrm>
          <a:prstGeom prst="rect">
            <a:avLst/>
          </a:prstGeom>
          <a:solidFill>
            <a:schemeClr val="dk1"/>
          </a:solidFill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9pPr>
          </a:lstStyle>
          <a:p>
            <a:endParaRPr/>
          </a:p>
        </p:txBody>
      </p:sp>
      <p:sp>
        <p:nvSpPr>
          <p:cNvPr id="209" name="Google Shape;209;p12"/>
          <p:cNvSpPr txBox="1">
            <a:spLocks noGrp="1"/>
          </p:cNvSpPr>
          <p:nvPr>
            <p:ph type="title" idx="18"/>
          </p:nvPr>
        </p:nvSpPr>
        <p:spPr>
          <a:xfrm>
            <a:off x="257707" y="4474062"/>
            <a:ext cx="943500" cy="416700"/>
          </a:xfrm>
          <a:prstGeom prst="rect">
            <a:avLst/>
          </a:prstGeom>
          <a:solidFill>
            <a:schemeClr val="dk1"/>
          </a:solidFill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9pPr>
          </a:lstStyle>
          <a:p>
            <a:endParaRPr/>
          </a:p>
        </p:txBody>
      </p:sp>
      <p:sp>
        <p:nvSpPr>
          <p:cNvPr id="210" name="Google Shape;210;p12"/>
          <p:cNvSpPr txBox="1">
            <a:spLocks noGrp="1"/>
          </p:cNvSpPr>
          <p:nvPr>
            <p:ph type="title" idx="19"/>
          </p:nvPr>
        </p:nvSpPr>
        <p:spPr>
          <a:xfrm>
            <a:off x="1311836" y="4474074"/>
            <a:ext cx="943500" cy="416700"/>
          </a:xfrm>
          <a:prstGeom prst="rect">
            <a:avLst/>
          </a:prstGeom>
          <a:solidFill>
            <a:schemeClr val="dk1"/>
          </a:solidFill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9pPr>
          </a:lstStyle>
          <a:p>
            <a:endParaRPr/>
          </a:p>
        </p:txBody>
      </p:sp>
      <p:sp>
        <p:nvSpPr>
          <p:cNvPr id="211" name="Google Shape;211;p12"/>
          <p:cNvSpPr txBox="1">
            <a:spLocks noGrp="1"/>
          </p:cNvSpPr>
          <p:nvPr>
            <p:ph type="title" idx="20"/>
          </p:nvPr>
        </p:nvSpPr>
        <p:spPr>
          <a:xfrm>
            <a:off x="2365953" y="4474074"/>
            <a:ext cx="943500" cy="416700"/>
          </a:xfrm>
          <a:prstGeom prst="rect">
            <a:avLst/>
          </a:prstGeom>
          <a:solidFill>
            <a:schemeClr val="dk1"/>
          </a:solidFill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9pPr>
          </a:lstStyle>
          <a:p>
            <a:endParaRPr/>
          </a:p>
        </p:txBody>
      </p:sp>
      <p:sp>
        <p:nvSpPr>
          <p:cNvPr id="212" name="Google Shape;212;p12"/>
          <p:cNvSpPr txBox="1">
            <a:spLocks noGrp="1"/>
          </p:cNvSpPr>
          <p:nvPr>
            <p:ph type="title" idx="21"/>
          </p:nvPr>
        </p:nvSpPr>
        <p:spPr>
          <a:xfrm>
            <a:off x="1313187" y="3448500"/>
            <a:ext cx="943500" cy="416700"/>
          </a:xfrm>
          <a:prstGeom prst="rect">
            <a:avLst/>
          </a:prstGeom>
          <a:solidFill>
            <a:schemeClr val="dk1"/>
          </a:solidFill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9pPr>
          </a:lstStyle>
          <a:p>
            <a:endParaRPr/>
          </a:p>
        </p:txBody>
      </p:sp>
      <p:sp>
        <p:nvSpPr>
          <p:cNvPr id="213" name="Google Shape;213;p12"/>
          <p:cNvSpPr txBox="1">
            <a:spLocks noGrp="1"/>
          </p:cNvSpPr>
          <p:nvPr>
            <p:ph type="title" idx="22"/>
          </p:nvPr>
        </p:nvSpPr>
        <p:spPr>
          <a:xfrm>
            <a:off x="2365953" y="3448500"/>
            <a:ext cx="943500" cy="416700"/>
          </a:xfrm>
          <a:prstGeom prst="rect">
            <a:avLst/>
          </a:prstGeom>
          <a:solidFill>
            <a:schemeClr val="dk1"/>
          </a:solidFill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9pPr>
          </a:lstStyle>
          <a:p>
            <a:endParaRPr/>
          </a:p>
        </p:txBody>
      </p:sp>
      <p:sp>
        <p:nvSpPr>
          <p:cNvPr id="214" name="Google Shape;214;p12"/>
          <p:cNvSpPr txBox="1">
            <a:spLocks noGrp="1"/>
          </p:cNvSpPr>
          <p:nvPr>
            <p:ph type="title" idx="23"/>
          </p:nvPr>
        </p:nvSpPr>
        <p:spPr>
          <a:xfrm>
            <a:off x="216300" y="226194"/>
            <a:ext cx="4216200" cy="416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500"/>
              <a:buFont typeface="Space Grotesk"/>
              <a:buNone/>
              <a:defRPr sz="3500">
                <a:solidFill>
                  <a:schemeClr val="accent5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900"/>
              <a:buFont typeface="Space Grotesk Medium"/>
              <a:buNone/>
              <a:defRPr sz="3900">
                <a:solidFill>
                  <a:schemeClr val="accent5"/>
                </a:solidFill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900"/>
              <a:buFont typeface="Space Grotesk Medium"/>
              <a:buNone/>
              <a:defRPr sz="3900">
                <a:solidFill>
                  <a:schemeClr val="accent5"/>
                </a:solidFill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900"/>
              <a:buFont typeface="Space Grotesk Medium"/>
              <a:buNone/>
              <a:defRPr sz="3900">
                <a:solidFill>
                  <a:schemeClr val="accent5"/>
                </a:solidFill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900"/>
              <a:buFont typeface="Space Grotesk Medium"/>
              <a:buNone/>
              <a:defRPr sz="3900">
                <a:solidFill>
                  <a:schemeClr val="accent5"/>
                </a:solidFill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900"/>
              <a:buFont typeface="Space Grotesk Medium"/>
              <a:buNone/>
              <a:defRPr sz="3900">
                <a:solidFill>
                  <a:schemeClr val="accent5"/>
                </a:solidFill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900"/>
              <a:buFont typeface="Space Grotesk Medium"/>
              <a:buNone/>
              <a:defRPr sz="3900">
                <a:solidFill>
                  <a:schemeClr val="accent5"/>
                </a:solidFill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900"/>
              <a:buFont typeface="Space Grotesk Medium"/>
              <a:buNone/>
              <a:defRPr sz="3900">
                <a:solidFill>
                  <a:schemeClr val="accent5"/>
                </a:solidFill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900"/>
              <a:buFont typeface="Space Grotesk Medium"/>
              <a:buNone/>
              <a:defRPr sz="3900">
                <a:solidFill>
                  <a:schemeClr val="accent5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468">
          <p15:clr>
            <a:srgbClr val="E46962"/>
          </p15:clr>
        </p15:guide>
        <p15:guide id="2" orient="horz" pos="468">
          <p15:clr>
            <a:srgbClr val="E46962"/>
          </p15:clr>
        </p15:guide>
        <p15:guide id="3" orient="horz" pos="3081">
          <p15:clr>
            <a:srgbClr val="E46962"/>
          </p15:clr>
        </p15:guide>
        <p15:guide id="4" pos="5601">
          <p15:clr>
            <a:srgbClr val="E46962"/>
          </p15:clr>
        </p15:guide>
        <p15:guide id="5" pos="5292">
          <p15:clr>
            <a:srgbClr val="E46962"/>
          </p15:clr>
        </p15:guide>
        <p15:guide id="6" orient="horz" pos="159">
          <p15:clr>
            <a:srgbClr val="E46962"/>
          </p15:clr>
        </p15:guide>
        <p15:guide id="7" orient="horz" pos="2772">
          <p15:clr>
            <a:srgbClr val="E46962"/>
          </p15:clr>
        </p15:guide>
        <p15:guide id="8" pos="159">
          <p15:clr>
            <a:srgbClr val="E46962"/>
          </p15:clr>
        </p15:guide>
        <p15:guide id="9" pos="2268">
          <p15:clr>
            <a:srgbClr val="E46962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p">
  <p:cSld name="BLANK_1_1_1_1_1_1_1_1_1_1_1_1_1_1_1_1_2">
    <p:bg>
      <p:bgPr>
        <a:solidFill>
          <a:schemeClr val="dk1"/>
        </a:solidFill>
        <a:effectLst/>
      </p:bgPr>
    </p:bg>
    <p:spTree>
      <p:nvGrpSpPr>
        <p:cNvPr id="1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13"/>
          <p:cNvSpPr txBox="1">
            <a:spLocks noGrp="1"/>
          </p:cNvSpPr>
          <p:nvPr>
            <p:ph type="title"/>
          </p:nvPr>
        </p:nvSpPr>
        <p:spPr>
          <a:xfrm>
            <a:off x="236975" y="4424350"/>
            <a:ext cx="4213800" cy="542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500">
                <a:solidFill>
                  <a:schemeClr val="accent5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900">
                <a:solidFill>
                  <a:schemeClr val="accent5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900">
                <a:solidFill>
                  <a:schemeClr val="accent5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900">
                <a:solidFill>
                  <a:schemeClr val="accent5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900">
                <a:solidFill>
                  <a:schemeClr val="accent5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900">
                <a:solidFill>
                  <a:schemeClr val="accent5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900">
                <a:solidFill>
                  <a:schemeClr val="accent5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900">
                <a:solidFill>
                  <a:schemeClr val="accent5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900">
                <a:solidFill>
                  <a:schemeClr val="accent5"/>
                </a:solidFill>
              </a:defRPr>
            </a:lvl9pPr>
          </a:lstStyle>
          <a:p>
            <a:endParaRPr/>
          </a:p>
        </p:txBody>
      </p:sp>
      <p:sp>
        <p:nvSpPr>
          <p:cNvPr id="217" name="Google Shape;217;p13"/>
          <p:cNvSpPr txBox="1">
            <a:spLocks noGrp="1"/>
          </p:cNvSpPr>
          <p:nvPr>
            <p:ph type="subTitle" idx="1"/>
          </p:nvPr>
        </p:nvSpPr>
        <p:spPr>
          <a:xfrm>
            <a:off x="6248450" y="4424346"/>
            <a:ext cx="2847300" cy="4665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Space Grotesk Medium"/>
              <a:buNone/>
              <a:defRPr sz="1500">
                <a:solidFill>
                  <a:schemeClr val="lt2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defRPr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Space Grotesk Medium"/>
              <a:buNone/>
              <a:defRPr sz="1500">
                <a:solidFill>
                  <a:schemeClr val="lt2"/>
                </a:solidFill>
                <a:highlight>
                  <a:schemeClr val="accent2"/>
                </a:highlight>
                <a:latin typeface="Space Grotesk Medium"/>
                <a:ea typeface="Space Grotesk Medium"/>
                <a:cs typeface="Space Grotesk Medium"/>
                <a:sym typeface="Space Grotesk Medium"/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Space Grotesk Medium"/>
              <a:buNone/>
              <a:defRPr sz="1500">
                <a:solidFill>
                  <a:schemeClr val="lt2"/>
                </a:solidFill>
                <a:highlight>
                  <a:schemeClr val="accent2"/>
                </a:highlight>
                <a:latin typeface="Space Grotesk Medium"/>
                <a:ea typeface="Space Grotesk Medium"/>
                <a:cs typeface="Space Grotesk Medium"/>
                <a:sym typeface="Space Grotesk Medium"/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Space Grotesk Medium"/>
              <a:buNone/>
              <a:defRPr sz="1500">
                <a:solidFill>
                  <a:schemeClr val="lt2"/>
                </a:solidFill>
                <a:highlight>
                  <a:schemeClr val="accent2"/>
                </a:highlight>
                <a:latin typeface="Space Grotesk Medium"/>
                <a:ea typeface="Space Grotesk Medium"/>
                <a:cs typeface="Space Grotesk Medium"/>
                <a:sym typeface="Space Grotesk Medium"/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Space Grotesk Medium"/>
              <a:buNone/>
              <a:defRPr sz="1500">
                <a:solidFill>
                  <a:schemeClr val="lt2"/>
                </a:solidFill>
                <a:highlight>
                  <a:schemeClr val="accent2"/>
                </a:highlight>
                <a:latin typeface="Space Grotesk Medium"/>
                <a:ea typeface="Space Grotesk Medium"/>
                <a:cs typeface="Space Grotesk Medium"/>
                <a:sym typeface="Space Grotesk Medium"/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Space Grotesk Medium"/>
              <a:buNone/>
              <a:defRPr sz="1500">
                <a:solidFill>
                  <a:schemeClr val="lt2"/>
                </a:solidFill>
                <a:highlight>
                  <a:schemeClr val="accent2"/>
                </a:highlight>
                <a:latin typeface="Space Grotesk Medium"/>
                <a:ea typeface="Space Grotesk Medium"/>
                <a:cs typeface="Space Grotesk Medium"/>
                <a:sym typeface="Space Grotesk Medium"/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Space Grotesk Medium"/>
              <a:buNone/>
              <a:defRPr sz="1500">
                <a:solidFill>
                  <a:schemeClr val="lt2"/>
                </a:solidFill>
                <a:highlight>
                  <a:schemeClr val="accent2"/>
                </a:highlight>
                <a:latin typeface="Space Grotesk Medium"/>
                <a:ea typeface="Space Grotesk Medium"/>
                <a:cs typeface="Space Grotesk Medium"/>
                <a:sym typeface="Space Grotesk Medium"/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Space Grotesk Medium"/>
              <a:buNone/>
              <a:defRPr sz="1500">
                <a:solidFill>
                  <a:schemeClr val="lt2"/>
                </a:solidFill>
                <a:highlight>
                  <a:schemeClr val="accent2"/>
                </a:highlight>
                <a:latin typeface="Space Grotesk Medium"/>
                <a:ea typeface="Space Grotesk Medium"/>
                <a:cs typeface="Space Grotesk Medium"/>
                <a:sym typeface="Space Grotesk Medium"/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Space Grotesk Medium"/>
              <a:buNone/>
              <a:defRPr sz="1500">
                <a:solidFill>
                  <a:schemeClr val="lt2"/>
                </a:solidFill>
                <a:highlight>
                  <a:schemeClr val="accent2"/>
                </a:highlight>
                <a:latin typeface="Space Grotesk Medium"/>
                <a:ea typeface="Space Grotesk Medium"/>
                <a:cs typeface="Space Grotesk Medium"/>
                <a:sym typeface="Space Grotesk Medium"/>
              </a:defRPr>
            </a:lvl9pPr>
          </a:lstStyle>
          <a:p>
            <a:endParaRPr/>
          </a:p>
        </p:txBody>
      </p:sp>
      <p:sp>
        <p:nvSpPr>
          <p:cNvPr id="218" name="Google Shape;218;p13"/>
          <p:cNvSpPr txBox="1">
            <a:spLocks noGrp="1"/>
          </p:cNvSpPr>
          <p:nvPr>
            <p:ph type="subTitle" idx="2"/>
          </p:nvPr>
        </p:nvSpPr>
        <p:spPr>
          <a:xfrm>
            <a:off x="241825" y="2738350"/>
            <a:ext cx="1869600" cy="16035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Space Grotesk"/>
              <a:buNone/>
              <a:defRPr sz="1000">
                <a:solidFill>
                  <a:schemeClr val="lt2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Space Grotesk"/>
              <a:buNone/>
              <a:defRPr sz="1000">
                <a:solidFill>
                  <a:schemeClr val="lt2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Space Grotesk"/>
              <a:buNone/>
              <a:defRPr sz="1000">
                <a:solidFill>
                  <a:schemeClr val="lt2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Space Grotesk"/>
              <a:buNone/>
              <a:defRPr sz="1000">
                <a:solidFill>
                  <a:schemeClr val="lt2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Space Grotesk"/>
              <a:buNone/>
              <a:defRPr sz="1000">
                <a:solidFill>
                  <a:schemeClr val="lt2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Space Grotesk"/>
              <a:buNone/>
              <a:defRPr sz="1000">
                <a:solidFill>
                  <a:schemeClr val="lt2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Space Grotesk"/>
              <a:buNone/>
              <a:defRPr sz="1000">
                <a:solidFill>
                  <a:schemeClr val="lt2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Space Grotesk"/>
              <a:buNone/>
              <a:defRPr sz="1000">
                <a:solidFill>
                  <a:schemeClr val="lt2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Space Grotesk"/>
              <a:buNone/>
              <a:defRPr sz="1000">
                <a:solidFill>
                  <a:schemeClr val="lt2"/>
                </a:solidFill>
              </a:defRPr>
            </a:lvl9pPr>
          </a:lstStyle>
          <a:p>
            <a:endParaRPr/>
          </a:p>
        </p:txBody>
      </p:sp>
      <p:grpSp>
        <p:nvGrpSpPr>
          <p:cNvPr id="219" name="Google Shape;219;p13"/>
          <p:cNvGrpSpPr/>
          <p:nvPr/>
        </p:nvGrpSpPr>
        <p:grpSpPr>
          <a:xfrm>
            <a:off x="925470" y="348801"/>
            <a:ext cx="7293054" cy="3993059"/>
            <a:chOff x="238125" y="713000"/>
            <a:chExt cx="7143750" cy="4289000"/>
          </a:xfrm>
        </p:grpSpPr>
        <p:sp>
          <p:nvSpPr>
            <p:cNvPr id="220" name="Google Shape;220;p13"/>
            <p:cNvSpPr/>
            <p:nvPr/>
          </p:nvSpPr>
          <p:spPr>
            <a:xfrm>
              <a:off x="1952625" y="3233400"/>
              <a:ext cx="950200" cy="1768600"/>
            </a:xfrm>
            <a:custGeom>
              <a:avLst/>
              <a:gdLst/>
              <a:ahLst/>
              <a:cxnLst/>
              <a:rect l="l" t="t" r="r" b="b"/>
              <a:pathLst>
                <a:path w="38008" h="70744" extrusionOk="0">
                  <a:moveTo>
                    <a:pt x="0" y="0"/>
                  </a:moveTo>
                  <a:lnTo>
                    <a:pt x="0" y="3607"/>
                  </a:lnTo>
                  <a:lnTo>
                    <a:pt x="3718" y="3607"/>
                  </a:lnTo>
                  <a:lnTo>
                    <a:pt x="3718" y="11153"/>
                  </a:lnTo>
                  <a:lnTo>
                    <a:pt x="0" y="11153"/>
                  </a:lnTo>
                  <a:lnTo>
                    <a:pt x="0" y="18533"/>
                  </a:lnTo>
                  <a:lnTo>
                    <a:pt x="3773" y="18533"/>
                  </a:lnTo>
                  <a:lnTo>
                    <a:pt x="3773" y="25968"/>
                  </a:lnTo>
                  <a:lnTo>
                    <a:pt x="7602" y="25968"/>
                  </a:lnTo>
                  <a:lnTo>
                    <a:pt x="7602" y="29741"/>
                  </a:lnTo>
                  <a:lnTo>
                    <a:pt x="11375" y="29741"/>
                  </a:lnTo>
                  <a:lnTo>
                    <a:pt x="11375" y="33513"/>
                  </a:lnTo>
                  <a:lnTo>
                    <a:pt x="11375" y="37286"/>
                  </a:lnTo>
                  <a:lnTo>
                    <a:pt x="7602" y="37286"/>
                  </a:lnTo>
                  <a:lnTo>
                    <a:pt x="7602" y="70744"/>
                  </a:lnTo>
                  <a:lnTo>
                    <a:pt x="11375" y="70744"/>
                  </a:lnTo>
                  <a:lnTo>
                    <a:pt x="11375" y="63309"/>
                  </a:lnTo>
                  <a:lnTo>
                    <a:pt x="15203" y="63309"/>
                  </a:lnTo>
                  <a:lnTo>
                    <a:pt x="15203" y="52101"/>
                  </a:lnTo>
                  <a:lnTo>
                    <a:pt x="22805" y="52101"/>
                  </a:lnTo>
                  <a:lnTo>
                    <a:pt x="22805" y="44611"/>
                  </a:lnTo>
                  <a:lnTo>
                    <a:pt x="26578" y="44611"/>
                  </a:lnTo>
                  <a:lnTo>
                    <a:pt x="26578" y="33458"/>
                  </a:lnTo>
                  <a:lnTo>
                    <a:pt x="34235" y="33458"/>
                  </a:lnTo>
                  <a:lnTo>
                    <a:pt x="34235" y="22250"/>
                  </a:lnTo>
                  <a:lnTo>
                    <a:pt x="38008" y="22250"/>
                  </a:lnTo>
                  <a:lnTo>
                    <a:pt x="38008" y="14815"/>
                  </a:lnTo>
                  <a:lnTo>
                    <a:pt x="34235" y="14815"/>
                  </a:lnTo>
                  <a:lnTo>
                    <a:pt x="34235" y="11153"/>
                  </a:lnTo>
                  <a:lnTo>
                    <a:pt x="26578" y="11153"/>
                  </a:lnTo>
                  <a:lnTo>
                    <a:pt x="26578" y="7380"/>
                  </a:lnTo>
                  <a:lnTo>
                    <a:pt x="22749" y="7380"/>
                  </a:lnTo>
                  <a:lnTo>
                    <a:pt x="22749" y="3607"/>
                  </a:lnTo>
                  <a:lnTo>
                    <a:pt x="18976" y="3607"/>
                  </a:lnTo>
                  <a:lnTo>
                    <a:pt x="18976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  <p:sp>
          <p:nvSpPr>
            <p:cNvPr id="221" name="Google Shape;221;p13"/>
            <p:cNvSpPr/>
            <p:nvPr/>
          </p:nvSpPr>
          <p:spPr>
            <a:xfrm>
              <a:off x="5955875" y="3792400"/>
              <a:ext cx="756025" cy="835100"/>
            </a:xfrm>
            <a:custGeom>
              <a:avLst/>
              <a:gdLst/>
              <a:ahLst/>
              <a:cxnLst/>
              <a:rect l="l" t="t" r="r" b="b"/>
              <a:pathLst>
                <a:path w="30241" h="33404" extrusionOk="0">
                  <a:moveTo>
                    <a:pt x="11320" y="1"/>
                  </a:moveTo>
                  <a:lnTo>
                    <a:pt x="11320" y="3718"/>
                  </a:lnTo>
                  <a:lnTo>
                    <a:pt x="3719" y="3718"/>
                  </a:lnTo>
                  <a:lnTo>
                    <a:pt x="3719" y="7436"/>
                  </a:lnTo>
                  <a:lnTo>
                    <a:pt x="1" y="7436"/>
                  </a:lnTo>
                  <a:lnTo>
                    <a:pt x="1" y="25968"/>
                  </a:lnTo>
                  <a:lnTo>
                    <a:pt x="3663" y="25968"/>
                  </a:lnTo>
                  <a:lnTo>
                    <a:pt x="3663" y="22361"/>
                  </a:lnTo>
                  <a:lnTo>
                    <a:pt x="15149" y="22361"/>
                  </a:lnTo>
                  <a:lnTo>
                    <a:pt x="15149" y="26024"/>
                  </a:lnTo>
                  <a:lnTo>
                    <a:pt x="18922" y="26024"/>
                  </a:lnTo>
                  <a:lnTo>
                    <a:pt x="18922" y="29741"/>
                  </a:lnTo>
                  <a:lnTo>
                    <a:pt x="22750" y="29741"/>
                  </a:lnTo>
                  <a:lnTo>
                    <a:pt x="22750" y="33403"/>
                  </a:lnTo>
                  <a:lnTo>
                    <a:pt x="26579" y="33403"/>
                  </a:lnTo>
                  <a:lnTo>
                    <a:pt x="26579" y="22251"/>
                  </a:lnTo>
                  <a:lnTo>
                    <a:pt x="30241" y="22251"/>
                  </a:lnTo>
                  <a:lnTo>
                    <a:pt x="30241" y="11098"/>
                  </a:lnTo>
                  <a:lnTo>
                    <a:pt x="26523" y="11098"/>
                  </a:lnTo>
                  <a:lnTo>
                    <a:pt x="26523" y="7381"/>
                  </a:lnTo>
                  <a:lnTo>
                    <a:pt x="22695" y="7381"/>
                  </a:lnTo>
                  <a:lnTo>
                    <a:pt x="22695" y="1"/>
                  </a:lnTo>
                  <a:lnTo>
                    <a:pt x="18866" y="1"/>
                  </a:lnTo>
                  <a:lnTo>
                    <a:pt x="18866" y="3663"/>
                  </a:lnTo>
                  <a:lnTo>
                    <a:pt x="15093" y="3663"/>
                  </a:lnTo>
                  <a:lnTo>
                    <a:pt x="1509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  <p:sp>
          <p:nvSpPr>
            <p:cNvPr id="222" name="Google Shape;222;p13"/>
            <p:cNvSpPr/>
            <p:nvPr/>
          </p:nvSpPr>
          <p:spPr>
            <a:xfrm>
              <a:off x="5858775" y="3324950"/>
              <a:ext cx="283025" cy="277450"/>
            </a:xfrm>
            <a:custGeom>
              <a:avLst/>
              <a:gdLst/>
              <a:ahLst/>
              <a:cxnLst/>
              <a:rect l="l" t="t" r="r" b="b"/>
              <a:pathLst>
                <a:path w="11321" h="11098" extrusionOk="0">
                  <a:moveTo>
                    <a:pt x="3774" y="0"/>
                  </a:moveTo>
                  <a:lnTo>
                    <a:pt x="3774" y="3773"/>
                  </a:lnTo>
                  <a:lnTo>
                    <a:pt x="1" y="3773"/>
                  </a:lnTo>
                  <a:lnTo>
                    <a:pt x="1" y="11098"/>
                  </a:lnTo>
                  <a:lnTo>
                    <a:pt x="3774" y="11098"/>
                  </a:lnTo>
                  <a:lnTo>
                    <a:pt x="3774" y="7380"/>
                  </a:lnTo>
                  <a:lnTo>
                    <a:pt x="11320" y="7380"/>
                  </a:lnTo>
                  <a:lnTo>
                    <a:pt x="11320" y="3663"/>
                  </a:lnTo>
                  <a:lnTo>
                    <a:pt x="7492" y="3663"/>
                  </a:lnTo>
                  <a:lnTo>
                    <a:pt x="749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  <p:sp>
          <p:nvSpPr>
            <p:cNvPr id="223" name="Google Shape;223;p13"/>
            <p:cNvSpPr/>
            <p:nvPr/>
          </p:nvSpPr>
          <p:spPr>
            <a:xfrm>
              <a:off x="1762575" y="2953200"/>
              <a:ext cx="187300" cy="274675"/>
            </a:xfrm>
            <a:custGeom>
              <a:avLst/>
              <a:gdLst/>
              <a:ahLst/>
              <a:cxnLst/>
              <a:rect l="l" t="t" r="r" b="b"/>
              <a:pathLst>
                <a:path w="7492" h="10987" extrusionOk="0">
                  <a:moveTo>
                    <a:pt x="0" y="0"/>
                  </a:moveTo>
                  <a:lnTo>
                    <a:pt x="0" y="7380"/>
                  </a:lnTo>
                  <a:lnTo>
                    <a:pt x="3774" y="7380"/>
                  </a:lnTo>
                  <a:lnTo>
                    <a:pt x="3774" y="10987"/>
                  </a:lnTo>
                  <a:lnTo>
                    <a:pt x="7491" y="10987"/>
                  </a:lnTo>
                  <a:lnTo>
                    <a:pt x="7491" y="3662"/>
                  </a:lnTo>
                  <a:lnTo>
                    <a:pt x="3718" y="3662"/>
                  </a:lnTo>
                  <a:lnTo>
                    <a:pt x="3718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  <p:sp>
          <p:nvSpPr>
            <p:cNvPr id="224" name="Google Shape;224;p13"/>
            <p:cNvSpPr/>
            <p:nvPr/>
          </p:nvSpPr>
          <p:spPr>
            <a:xfrm>
              <a:off x="6716050" y="1832400"/>
              <a:ext cx="187275" cy="277450"/>
            </a:xfrm>
            <a:custGeom>
              <a:avLst/>
              <a:gdLst/>
              <a:ahLst/>
              <a:cxnLst/>
              <a:rect l="l" t="t" r="r" b="b"/>
              <a:pathLst>
                <a:path w="7491" h="11098" extrusionOk="0">
                  <a:moveTo>
                    <a:pt x="3773" y="0"/>
                  </a:moveTo>
                  <a:lnTo>
                    <a:pt x="3773" y="3773"/>
                  </a:lnTo>
                  <a:lnTo>
                    <a:pt x="0" y="3773"/>
                  </a:lnTo>
                  <a:lnTo>
                    <a:pt x="0" y="11098"/>
                  </a:lnTo>
                  <a:lnTo>
                    <a:pt x="3718" y="11098"/>
                  </a:lnTo>
                  <a:lnTo>
                    <a:pt x="3718" y="7380"/>
                  </a:lnTo>
                  <a:lnTo>
                    <a:pt x="7491" y="7380"/>
                  </a:lnTo>
                  <a:lnTo>
                    <a:pt x="7491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  <p:sp>
          <p:nvSpPr>
            <p:cNvPr id="225" name="Google Shape;225;p13"/>
            <p:cNvSpPr/>
            <p:nvPr/>
          </p:nvSpPr>
          <p:spPr>
            <a:xfrm>
              <a:off x="4524375" y="3886725"/>
              <a:ext cx="91575" cy="274700"/>
            </a:xfrm>
            <a:custGeom>
              <a:avLst/>
              <a:gdLst/>
              <a:ahLst/>
              <a:cxnLst/>
              <a:rect l="l" t="t" r="r" b="b"/>
              <a:pathLst>
                <a:path w="3663" h="10988" extrusionOk="0">
                  <a:moveTo>
                    <a:pt x="0" y="1"/>
                  </a:moveTo>
                  <a:lnTo>
                    <a:pt x="0" y="10987"/>
                  </a:lnTo>
                  <a:lnTo>
                    <a:pt x="3662" y="10987"/>
                  </a:lnTo>
                  <a:lnTo>
                    <a:pt x="3662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  <p:sp>
          <p:nvSpPr>
            <p:cNvPr id="226" name="Google Shape;226;p13"/>
            <p:cNvSpPr/>
            <p:nvPr/>
          </p:nvSpPr>
          <p:spPr>
            <a:xfrm>
              <a:off x="5477325" y="807300"/>
              <a:ext cx="187300" cy="181750"/>
            </a:xfrm>
            <a:custGeom>
              <a:avLst/>
              <a:gdLst/>
              <a:ahLst/>
              <a:cxnLst/>
              <a:rect l="l" t="t" r="r" b="b"/>
              <a:pathLst>
                <a:path w="7492" h="7270" extrusionOk="0">
                  <a:moveTo>
                    <a:pt x="1" y="1"/>
                  </a:moveTo>
                  <a:lnTo>
                    <a:pt x="1" y="7270"/>
                  </a:lnTo>
                  <a:lnTo>
                    <a:pt x="7491" y="7270"/>
                  </a:lnTo>
                  <a:lnTo>
                    <a:pt x="7491" y="3608"/>
                  </a:lnTo>
                  <a:lnTo>
                    <a:pt x="3718" y="3608"/>
                  </a:lnTo>
                  <a:lnTo>
                    <a:pt x="3718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  <p:sp>
          <p:nvSpPr>
            <p:cNvPr id="227" name="Google Shape;227;p13"/>
            <p:cNvSpPr/>
            <p:nvPr/>
          </p:nvSpPr>
          <p:spPr>
            <a:xfrm>
              <a:off x="1951225" y="2765925"/>
              <a:ext cx="94350" cy="183150"/>
            </a:xfrm>
            <a:custGeom>
              <a:avLst/>
              <a:gdLst/>
              <a:ahLst/>
              <a:cxnLst/>
              <a:rect l="l" t="t" r="r" b="b"/>
              <a:pathLst>
                <a:path w="3774" h="7326" extrusionOk="0">
                  <a:moveTo>
                    <a:pt x="1" y="1"/>
                  </a:moveTo>
                  <a:lnTo>
                    <a:pt x="1" y="7325"/>
                  </a:lnTo>
                  <a:lnTo>
                    <a:pt x="3774" y="7325"/>
                  </a:lnTo>
                  <a:lnTo>
                    <a:pt x="3774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  <p:sp>
          <p:nvSpPr>
            <p:cNvPr id="228" name="Google Shape;228;p13"/>
            <p:cNvSpPr/>
            <p:nvPr/>
          </p:nvSpPr>
          <p:spPr>
            <a:xfrm>
              <a:off x="3859925" y="900250"/>
              <a:ext cx="91575" cy="183125"/>
            </a:xfrm>
            <a:custGeom>
              <a:avLst/>
              <a:gdLst/>
              <a:ahLst/>
              <a:cxnLst/>
              <a:rect l="l" t="t" r="r" b="b"/>
              <a:pathLst>
                <a:path w="3663" h="7325" extrusionOk="0">
                  <a:moveTo>
                    <a:pt x="0" y="0"/>
                  </a:moveTo>
                  <a:lnTo>
                    <a:pt x="0" y="7325"/>
                  </a:lnTo>
                  <a:lnTo>
                    <a:pt x="3552" y="7325"/>
                  </a:lnTo>
                  <a:lnTo>
                    <a:pt x="3607" y="6770"/>
                  </a:lnTo>
                  <a:lnTo>
                    <a:pt x="3663" y="5826"/>
                  </a:lnTo>
                  <a:lnTo>
                    <a:pt x="3663" y="3496"/>
                  </a:lnTo>
                  <a:lnTo>
                    <a:pt x="3607" y="1221"/>
                  </a:lnTo>
                  <a:lnTo>
                    <a:pt x="3552" y="389"/>
                  </a:lnTo>
                  <a:lnTo>
                    <a:pt x="3496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  <p:sp>
          <p:nvSpPr>
            <p:cNvPr id="229" name="Google Shape;229;p13"/>
            <p:cNvSpPr/>
            <p:nvPr/>
          </p:nvSpPr>
          <p:spPr>
            <a:xfrm>
              <a:off x="7097500" y="4444350"/>
              <a:ext cx="92950" cy="183150"/>
            </a:xfrm>
            <a:custGeom>
              <a:avLst/>
              <a:gdLst/>
              <a:ahLst/>
              <a:cxnLst/>
              <a:rect l="l" t="t" r="r" b="b"/>
              <a:pathLst>
                <a:path w="3718" h="7326" extrusionOk="0">
                  <a:moveTo>
                    <a:pt x="1" y="1"/>
                  </a:moveTo>
                  <a:lnTo>
                    <a:pt x="1" y="7325"/>
                  </a:lnTo>
                  <a:lnTo>
                    <a:pt x="3718" y="7325"/>
                  </a:lnTo>
                  <a:lnTo>
                    <a:pt x="3718" y="5494"/>
                  </a:lnTo>
                  <a:lnTo>
                    <a:pt x="3718" y="3663"/>
                  </a:lnTo>
                  <a:lnTo>
                    <a:pt x="3718" y="1832"/>
                  </a:lnTo>
                  <a:lnTo>
                    <a:pt x="366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  <p:sp>
          <p:nvSpPr>
            <p:cNvPr id="230" name="Google Shape;230;p13"/>
            <p:cNvSpPr/>
            <p:nvPr/>
          </p:nvSpPr>
          <p:spPr>
            <a:xfrm>
              <a:off x="3477075" y="1832400"/>
              <a:ext cx="91575" cy="184525"/>
            </a:xfrm>
            <a:custGeom>
              <a:avLst/>
              <a:gdLst/>
              <a:ahLst/>
              <a:cxnLst/>
              <a:rect l="l" t="t" r="r" b="b"/>
              <a:pathLst>
                <a:path w="3663" h="7381" extrusionOk="0">
                  <a:moveTo>
                    <a:pt x="1" y="0"/>
                  </a:moveTo>
                  <a:lnTo>
                    <a:pt x="1" y="7380"/>
                  </a:lnTo>
                  <a:lnTo>
                    <a:pt x="3663" y="7380"/>
                  </a:lnTo>
                  <a:lnTo>
                    <a:pt x="366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  <p:sp>
          <p:nvSpPr>
            <p:cNvPr id="231" name="Google Shape;231;p13"/>
            <p:cNvSpPr/>
            <p:nvPr/>
          </p:nvSpPr>
          <p:spPr>
            <a:xfrm>
              <a:off x="3191325" y="1553575"/>
              <a:ext cx="187300" cy="88825"/>
            </a:xfrm>
            <a:custGeom>
              <a:avLst/>
              <a:gdLst/>
              <a:ahLst/>
              <a:cxnLst/>
              <a:rect l="l" t="t" r="r" b="b"/>
              <a:pathLst>
                <a:path w="7492" h="3553" extrusionOk="0">
                  <a:moveTo>
                    <a:pt x="0" y="1"/>
                  </a:moveTo>
                  <a:lnTo>
                    <a:pt x="0" y="3552"/>
                  </a:lnTo>
                  <a:lnTo>
                    <a:pt x="7491" y="3552"/>
                  </a:lnTo>
                  <a:lnTo>
                    <a:pt x="7491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  <p:sp>
          <p:nvSpPr>
            <p:cNvPr id="232" name="Google Shape;232;p13"/>
            <p:cNvSpPr/>
            <p:nvPr/>
          </p:nvSpPr>
          <p:spPr>
            <a:xfrm>
              <a:off x="6430275" y="3605150"/>
              <a:ext cx="187300" cy="90200"/>
            </a:xfrm>
            <a:custGeom>
              <a:avLst/>
              <a:gdLst/>
              <a:ahLst/>
              <a:cxnLst/>
              <a:rect l="l" t="t" r="r" b="b"/>
              <a:pathLst>
                <a:path w="7492" h="3608" extrusionOk="0">
                  <a:moveTo>
                    <a:pt x="1" y="0"/>
                  </a:moveTo>
                  <a:lnTo>
                    <a:pt x="1" y="3607"/>
                  </a:lnTo>
                  <a:lnTo>
                    <a:pt x="7492" y="3607"/>
                  </a:lnTo>
                  <a:lnTo>
                    <a:pt x="749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  <p:sp>
          <p:nvSpPr>
            <p:cNvPr id="233" name="Google Shape;233;p13"/>
            <p:cNvSpPr/>
            <p:nvPr/>
          </p:nvSpPr>
          <p:spPr>
            <a:xfrm>
              <a:off x="6240250" y="3513600"/>
              <a:ext cx="187300" cy="88800"/>
            </a:xfrm>
            <a:custGeom>
              <a:avLst/>
              <a:gdLst/>
              <a:ahLst/>
              <a:cxnLst/>
              <a:rect l="l" t="t" r="r" b="b"/>
              <a:pathLst>
                <a:path w="7492" h="3552" extrusionOk="0">
                  <a:moveTo>
                    <a:pt x="0" y="0"/>
                  </a:moveTo>
                  <a:lnTo>
                    <a:pt x="0" y="3552"/>
                  </a:lnTo>
                  <a:lnTo>
                    <a:pt x="7491" y="3552"/>
                  </a:lnTo>
                  <a:lnTo>
                    <a:pt x="7491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  <p:sp>
          <p:nvSpPr>
            <p:cNvPr id="234" name="Google Shape;234;p13"/>
            <p:cNvSpPr/>
            <p:nvPr/>
          </p:nvSpPr>
          <p:spPr>
            <a:xfrm>
              <a:off x="2142650" y="2953200"/>
              <a:ext cx="92975" cy="88800"/>
            </a:xfrm>
            <a:custGeom>
              <a:avLst/>
              <a:gdLst/>
              <a:ahLst/>
              <a:cxnLst/>
              <a:rect l="l" t="t" r="r" b="b"/>
              <a:pathLst>
                <a:path w="3719" h="3552" extrusionOk="0">
                  <a:moveTo>
                    <a:pt x="1" y="0"/>
                  </a:moveTo>
                  <a:lnTo>
                    <a:pt x="1" y="3552"/>
                  </a:lnTo>
                  <a:lnTo>
                    <a:pt x="3718" y="3552"/>
                  </a:lnTo>
                  <a:lnTo>
                    <a:pt x="3718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  <p:sp>
          <p:nvSpPr>
            <p:cNvPr id="235" name="Google Shape;235;p13"/>
            <p:cNvSpPr/>
            <p:nvPr/>
          </p:nvSpPr>
          <p:spPr>
            <a:xfrm>
              <a:off x="4048575" y="898875"/>
              <a:ext cx="92975" cy="90175"/>
            </a:xfrm>
            <a:custGeom>
              <a:avLst/>
              <a:gdLst/>
              <a:ahLst/>
              <a:cxnLst/>
              <a:rect l="l" t="t" r="r" b="b"/>
              <a:pathLst>
                <a:path w="3719" h="3607" extrusionOk="0">
                  <a:moveTo>
                    <a:pt x="1" y="0"/>
                  </a:moveTo>
                  <a:lnTo>
                    <a:pt x="1" y="3607"/>
                  </a:lnTo>
                  <a:lnTo>
                    <a:pt x="3718" y="3607"/>
                  </a:lnTo>
                  <a:lnTo>
                    <a:pt x="3718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  <p:sp>
          <p:nvSpPr>
            <p:cNvPr id="236" name="Google Shape;236;p13"/>
            <p:cNvSpPr/>
            <p:nvPr/>
          </p:nvSpPr>
          <p:spPr>
            <a:xfrm>
              <a:off x="5191575" y="3233400"/>
              <a:ext cx="92975" cy="88800"/>
            </a:xfrm>
            <a:custGeom>
              <a:avLst/>
              <a:gdLst/>
              <a:ahLst/>
              <a:cxnLst/>
              <a:rect l="l" t="t" r="r" b="b"/>
              <a:pathLst>
                <a:path w="3719" h="3552" extrusionOk="0">
                  <a:moveTo>
                    <a:pt x="1" y="0"/>
                  </a:moveTo>
                  <a:lnTo>
                    <a:pt x="1" y="3552"/>
                  </a:lnTo>
                  <a:lnTo>
                    <a:pt x="3718" y="3552"/>
                  </a:lnTo>
                  <a:lnTo>
                    <a:pt x="3718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  <p:sp>
          <p:nvSpPr>
            <p:cNvPr id="237" name="Google Shape;237;p13"/>
            <p:cNvSpPr/>
            <p:nvPr/>
          </p:nvSpPr>
          <p:spPr>
            <a:xfrm>
              <a:off x="7001800" y="4631625"/>
              <a:ext cx="91575" cy="90175"/>
            </a:xfrm>
            <a:custGeom>
              <a:avLst/>
              <a:gdLst/>
              <a:ahLst/>
              <a:cxnLst/>
              <a:rect l="l" t="t" r="r" b="b"/>
              <a:pathLst>
                <a:path w="3663" h="3607" extrusionOk="0">
                  <a:moveTo>
                    <a:pt x="0" y="0"/>
                  </a:moveTo>
                  <a:lnTo>
                    <a:pt x="0" y="3607"/>
                  </a:lnTo>
                  <a:lnTo>
                    <a:pt x="3662" y="3607"/>
                  </a:lnTo>
                  <a:lnTo>
                    <a:pt x="366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  <p:sp>
          <p:nvSpPr>
            <p:cNvPr id="238" name="Google Shape;238;p13"/>
            <p:cNvSpPr/>
            <p:nvPr/>
          </p:nvSpPr>
          <p:spPr>
            <a:xfrm>
              <a:off x="5573025" y="3419275"/>
              <a:ext cx="91600" cy="88800"/>
            </a:xfrm>
            <a:custGeom>
              <a:avLst/>
              <a:gdLst/>
              <a:ahLst/>
              <a:cxnLst/>
              <a:rect l="l" t="t" r="r" b="b"/>
              <a:pathLst>
                <a:path w="3664" h="3552" extrusionOk="0">
                  <a:moveTo>
                    <a:pt x="1" y="0"/>
                  </a:moveTo>
                  <a:lnTo>
                    <a:pt x="1" y="3552"/>
                  </a:lnTo>
                  <a:lnTo>
                    <a:pt x="3663" y="3552"/>
                  </a:lnTo>
                  <a:lnTo>
                    <a:pt x="366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  <p:sp>
          <p:nvSpPr>
            <p:cNvPr id="239" name="Google Shape;239;p13"/>
            <p:cNvSpPr/>
            <p:nvPr/>
          </p:nvSpPr>
          <p:spPr>
            <a:xfrm>
              <a:off x="6240250" y="2580050"/>
              <a:ext cx="92975" cy="88825"/>
            </a:xfrm>
            <a:custGeom>
              <a:avLst/>
              <a:gdLst/>
              <a:ahLst/>
              <a:cxnLst/>
              <a:rect l="l" t="t" r="r" b="b"/>
              <a:pathLst>
                <a:path w="3719" h="3553" extrusionOk="0">
                  <a:moveTo>
                    <a:pt x="0" y="1"/>
                  </a:moveTo>
                  <a:lnTo>
                    <a:pt x="0" y="3552"/>
                  </a:lnTo>
                  <a:lnTo>
                    <a:pt x="3718" y="3552"/>
                  </a:lnTo>
                  <a:lnTo>
                    <a:pt x="3718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  <p:sp>
          <p:nvSpPr>
            <p:cNvPr id="240" name="Google Shape;240;p13"/>
            <p:cNvSpPr/>
            <p:nvPr/>
          </p:nvSpPr>
          <p:spPr>
            <a:xfrm>
              <a:off x="3381375" y="2018275"/>
              <a:ext cx="91575" cy="90200"/>
            </a:xfrm>
            <a:custGeom>
              <a:avLst/>
              <a:gdLst/>
              <a:ahLst/>
              <a:cxnLst/>
              <a:rect l="l" t="t" r="r" b="b"/>
              <a:pathLst>
                <a:path w="3663" h="3608" extrusionOk="0">
                  <a:moveTo>
                    <a:pt x="0" y="1"/>
                  </a:moveTo>
                  <a:lnTo>
                    <a:pt x="0" y="3607"/>
                  </a:lnTo>
                  <a:lnTo>
                    <a:pt x="3662" y="3607"/>
                  </a:lnTo>
                  <a:lnTo>
                    <a:pt x="3662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  <p:sp>
          <p:nvSpPr>
            <p:cNvPr id="241" name="Google Shape;241;p13"/>
            <p:cNvSpPr/>
            <p:nvPr/>
          </p:nvSpPr>
          <p:spPr>
            <a:xfrm>
              <a:off x="1191075" y="993175"/>
              <a:ext cx="91575" cy="90200"/>
            </a:xfrm>
            <a:custGeom>
              <a:avLst/>
              <a:gdLst/>
              <a:ahLst/>
              <a:cxnLst/>
              <a:rect l="l" t="t" r="r" b="b"/>
              <a:pathLst>
                <a:path w="3663" h="3608" extrusionOk="0">
                  <a:moveTo>
                    <a:pt x="0" y="1"/>
                  </a:moveTo>
                  <a:lnTo>
                    <a:pt x="0" y="3608"/>
                  </a:lnTo>
                  <a:lnTo>
                    <a:pt x="3663" y="3608"/>
                  </a:lnTo>
                  <a:lnTo>
                    <a:pt x="366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  <p:sp>
          <p:nvSpPr>
            <p:cNvPr id="242" name="Google Shape;242;p13"/>
            <p:cNvSpPr/>
            <p:nvPr/>
          </p:nvSpPr>
          <p:spPr>
            <a:xfrm>
              <a:off x="3572775" y="2019650"/>
              <a:ext cx="91600" cy="88825"/>
            </a:xfrm>
            <a:custGeom>
              <a:avLst/>
              <a:gdLst/>
              <a:ahLst/>
              <a:cxnLst/>
              <a:rect l="l" t="t" r="r" b="b"/>
              <a:pathLst>
                <a:path w="3664" h="3553" extrusionOk="0">
                  <a:moveTo>
                    <a:pt x="1" y="1"/>
                  </a:moveTo>
                  <a:lnTo>
                    <a:pt x="1" y="3552"/>
                  </a:lnTo>
                  <a:lnTo>
                    <a:pt x="3663" y="3552"/>
                  </a:lnTo>
                  <a:lnTo>
                    <a:pt x="366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  <p:sp>
          <p:nvSpPr>
            <p:cNvPr id="243" name="Google Shape;243;p13"/>
            <p:cNvSpPr/>
            <p:nvPr/>
          </p:nvSpPr>
          <p:spPr>
            <a:xfrm>
              <a:off x="6908850" y="3976900"/>
              <a:ext cx="88800" cy="92950"/>
            </a:xfrm>
            <a:custGeom>
              <a:avLst/>
              <a:gdLst/>
              <a:ahLst/>
              <a:cxnLst/>
              <a:rect l="l" t="t" r="r" b="b"/>
              <a:pathLst>
                <a:path w="3552" h="3718" extrusionOk="0">
                  <a:moveTo>
                    <a:pt x="833" y="1"/>
                  </a:moveTo>
                  <a:lnTo>
                    <a:pt x="0" y="56"/>
                  </a:lnTo>
                  <a:lnTo>
                    <a:pt x="0" y="3718"/>
                  </a:lnTo>
                  <a:lnTo>
                    <a:pt x="3552" y="3718"/>
                  </a:lnTo>
                  <a:lnTo>
                    <a:pt x="3552" y="56"/>
                  </a:lnTo>
                  <a:lnTo>
                    <a:pt x="1721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  <p:sp>
          <p:nvSpPr>
            <p:cNvPr id="244" name="Google Shape;244;p13"/>
            <p:cNvSpPr/>
            <p:nvPr/>
          </p:nvSpPr>
          <p:spPr>
            <a:xfrm>
              <a:off x="4811500" y="1086125"/>
              <a:ext cx="91575" cy="90200"/>
            </a:xfrm>
            <a:custGeom>
              <a:avLst/>
              <a:gdLst/>
              <a:ahLst/>
              <a:cxnLst/>
              <a:rect l="l" t="t" r="r" b="b"/>
              <a:pathLst>
                <a:path w="3663" h="3608" extrusionOk="0">
                  <a:moveTo>
                    <a:pt x="0" y="1"/>
                  </a:moveTo>
                  <a:lnTo>
                    <a:pt x="0" y="3607"/>
                  </a:lnTo>
                  <a:lnTo>
                    <a:pt x="3663" y="3607"/>
                  </a:lnTo>
                  <a:lnTo>
                    <a:pt x="366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  <p:sp>
          <p:nvSpPr>
            <p:cNvPr id="245" name="Google Shape;245;p13"/>
            <p:cNvSpPr/>
            <p:nvPr/>
          </p:nvSpPr>
          <p:spPr>
            <a:xfrm>
              <a:off x="5668750" y="3512200"/>
              <a:ext cx="90200" cy="90200"/>
            </a:xfrm>
            <a:custGeom>
              <a:avLst/>
              <a:gdLst/>
              <a:ahLst/>
              <a:cxnLst/>
              <a:rect l="l" t="t" r="r" b="b"/>
              <a:pathLst>
                <a:path w="3608" h="3608" extrusionOk="0">
                  <a:moveTo>
                    <a:pt x="0" y="1"/>
                  </a:moveTo>
                  <a:lnTo>
                    <a:pt x="0" y="3608"/>
                  </a:lnTo>
                  <a:lnTo>
                    <a:pt x="3607" y="3608"/>
                  </a:lnTo>
                  <a:lnTo>
                    <a:pt x="3607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  <p:sp>
          <p:nvSpPr>
            <p:cNvPr id="246" name="Google Shape;246;p13"/>
            <p:cNvSpPr/>
            <p:nvPr/>
          </p:nvSpPr>
          <p:spPr>
            <a:xfrm>
              <a:off x="5761700" y="3605150"/>
              <a:ext cx="92950" cy="88800"/>
            </a:xfrm>
            <a:custGeom>
              <a:avLst/>
              <a:gdLst/>
              <a:ahLst/>
              <a:cxnLst/>
              <a:rect l="l" t="t" r="r" b="b"/>
              <a:pathLst>
                <a:path w="3718" h="3552" extrusionOk="0">
                  <a:moveTo>
                    <a:pt x="56" y="0"/>
                  </a:moveTo>
                  <a:lnTo>
                    <a:pt x="0" y="1776"/>
                  </a:lnTo>
                  <a:lnTo>
                    <a:pt x="56" y="3552"/>
                  </a:lnTo>
                  <a:lnTo>
                    <a:pt x="3718" y="3552"/>
                  </a:lnTo>
                  <a:lnTo>
                    <a:pt x="3718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  <p:sp>
          <p:nvSpPr>
            <p:cNvPr id="247" name="Google Shape;247;p13"/>
            <p:cNvSpPr/>
            <p:nvPr/>
          </p:nvSpPr>
          <p:spPr>
            <a:xfrm>
              <a:off x="4717175" y="805925"/>
              <a:ext cx="90200" cy="91575"/>
            </a:xfrm>
            <a:custGeom>
              <a:avLst/>
              <a:gdLst/>
              <a:ahLst/>
              <a:cxnLst/>
              <a:rect l="l" t="t" r="r" b="b"/>
              <a:pathLst>
                <a:path w="3608" h="3663" extrusionOk="0">
                  <a:moveTo>
                    <a:pt x="0" y="1"/>
                  </a:moveTo>
                  <a:lnTo>
                    <a:pt x="0" y="3663"/>
                  </a:lnTo>
                  <a:lnTo>
                    <a:pt x="3607" y="3663"/>
                  </a:lnTo>
                  <a:lnTo>
                    <a:pt x="3607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  <p:sp>
          <p:nvSpPr>
            <p:cNvPr id="248" name="Google Shape;248;p13"/>
            <p:cNvSpPr/>
            <p:nvPr/>
          </p:nvSpPr>
          <p:spPr>
            <a:xfrm>
              <a:off x="4715775" y="1180450"/>
              <a:ext cx="90200" cy="88800"/>
            </a:xfrm>
            <a:custGeom>
              <a:avLst/>
              <a:gdLst/>
              <a:ahLst/>
              <a:cxnLst/>
              <a:rect l="l" t="t" r="r" b="b"/>
              <a:pathLst>
                <a:path w="3608" h="3552" extrusionOk="0">
                  <a:moveTo>
                    <a:pt x="1" y="0"/>
                  </a:moveTo>
                  <a:lnTo>
                    <a:pt x="1" y="3552"/>
                  </a:lnTo>
                  <a:lnTo>
                    <a:pt x="3608" y="3552"/>
                  </a:lnTo>
                  <a:lnTo>
                    <a:pt x="3608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  <p:sp>
          <p:nvSpPr>
            <p:cNvPr id="249" name="Google Shape;249;p13"/>
            <p:cNvSpPr/>
            <p:nvPr/>
          </p:nvSpPr>
          <p:spPr>
            <a:xfrm>
              <a:off x="4618700" y="1273375"/>
              <a:ext cx="94350" cy="90200"/>
            </a:xfrm>
            <a:custGeom>
              <a:avLst/>
              <a:gdLst/>
              <a:ahLst/>
              <a:cxnLst/>
              <a:rect l="l" t="t" r="r" b="b"/>
              <a:pathLst>
                <a:path w="3774" h="3608" extrusionOk="0">
                  <a:moveTo>
                    <a:pt x="0" y="1"/>
                  </a:moveTo>
                  <a:lnTo>
                    <a:pt x="0" y="3608"/>
                  </a:lnTo>
                  <a:lnTo>
                    <a:pt x="3773" y="3608"/>
                  </a:lnTo>
                  <a:lnTo>
                    <a:pt x="377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  <p:sp>
          <p:nvSpPr>
            <p:cNvPr id="250" name="Google Shape;250;p13"/>
            <p:cNvSpPr/>
            <p:nvPr/>
          </p:nvSpPr>
          <p:spPr>
            <a:xfrm>
              <a:off x="238125" y="713000"/>
              <a:ext cx="3140500" cy="2329000"/>
            </a:xfrm>
            <a:custGeom>
              <a:avLst/>
              <a:gdLst/>
              <a:ahLst/>
              <a:cxnLst/>
              <a:rect l="l" t="t" r="r" b="b"/>
              <a:pathLst>
                <a:path w="125620" h="93160" extrusionOk="0">
                  <a:moveTo>
                    <a:pt x="64696" y="18643"/>
                  </a:moveTo>
                  <a:lnTo>
                    <a:pt x="64696" y="22305"/>
                  </a:lnTo>
                  <a:lnTo>
                    <a:pt x="60923" y="22305"/>
                  </a:lnTo>
                  <a:lnTo>
                    <a:pt x="60923" y="18643"/>
                  </a:lnTo>
                  <a:close/>
                  <a:moveTo>
                    <a:pt x="64696" y="26133"/>
                  </a:moveTo>
                  <a:lnTo>
                    <a:pt x="64696" y="29796"/>
                  </a:lnTo>
                  <a:lnTo>
                    <a:pt x="60923" y="29796"/>
                  </a:lnTo>
                  <a:lnTo>
                    <a:pt x="60923" y="26133"/>
                  </a:lnTo>
                  <a:close/>
                  <a:moveTo>
                    <a:pt x="68525" y="0"/>
                  </a:moveTo>
                  <a:lnTo>
                    <a:pt x="68525" y="3718"/>
                  </a:lnTo>
                  <a:lnTo>
                    <a:pt x="57150" y="3718"/>
                  </a:lnTo>
                  <a:lnTo>
                    <a:pt x="57150" y="11097"/>
                  </a:lnTo>
                  <a:lnTo>
                    <a:pt x="64696" y="11097"/>
                  </a:lnTo>
                  <a:lnTo>
                    <a:pt x="64696" y="14926"/>
                  </a:lnTo>
                  <a:lnTo>
                    <a:pt x="53377" y="14926"/>
                  </a:lnTo>
                  <a:lnTo>
                    <a:pt x="53377" y="26078"/>
                  </a:lnTo>
                  <a:lnTo>
                    <a:pt x="57095" y="26078"/>
                  </a:lnTo>
                  <a:lnTo>
                    <a:pt x="57095" y="29796"/>
                  </a:lnTo>
                  <a:lnTo>
                    <a:pt x="53211" y="29796"/>
                  </a:lnTo>
                  <a:lnTo>
                    <a:pt x="53211" y="26078"/>
                  </a:lnTo>
                  <a:lnTo>
                    <a:pt x="49438" y="26078"/>
                  </a:lnTo>
                  <a:lnTo>
                    <a:pt x="49438" y="22416"/>
                  </a:lnTo>
                  <a:lnTo>
                    <a:pt x="41836" y="22416"/>
                  </a:lnTo>
                  <a:lnTo>
                    <a:pt x="41836" y="29740"/>
                  </a:lnTo>
                  <a:lnTo>
                    <a:pt x="38063" y="29740"/>
                  </a:lnTo>
                  <a:lnTo>
                    <a:pt x="38063" y="22250"/>
                  </a:lnTo>
                  <a:lnTo>
                    <a:pt x="41781" y="22250"/>
                  </a:lnTo>
                  <a:lnTo>
                    <a:pt x="41781" y="18698"/>
                  </a:lnTo>
                  <a:lnTo>
                    <a:pt x="34179" y="18698"/>
                  </a:lnTo>
                  <a:lnTo>
                    <a:pt x="34179" y="26133"/>
                  </a:lnTo>
                  <a:lnTo>
                    <a:pt x="26578" y="26133"/>
                  </a:lnTo>
                  <a:lnTo>
                    <a:pt x="26578" y="29796"/>
                  </a:lnTo>
                  <a:lnTo>
                    <a:pt x="22749" y="29796"/>
                  </a:lnTo>
                  <a:lnTo>
                    <a:pt x="22749" y="26133"/>
                  </a:lnTo>
                  <a:lnTo>
                    <a:pt x="3773" y="26133"/>
                  </a:lnTo>
                  <a:lnTo>
                    <a:pt x="3773" y="33569"/>
                  </a:lnTo>
                  <a:lnTo>
                    <a:pt x="0" y="33569"/>
                  </a:lnTo>
                  <a:lnTo>
                    <a:pt x="0" y="44776"/>
                  </a:lnTo>
                  <a:lnTo>
                    <a:pt x="7602" y="44776"/>
                  </a:lnTo>
                  <a:lnTo>
                    <a:pt x="7602" y="48383"/>
                  </a:lnTo>
                  <a:lnTo>
                    <a:pt x="11319" y="48383"/>
                  </a:lnTo>
                  <a:lnTo>
                    <a:pt x="11319" y="44721"/>
                  </a:lnTo>
                  <a:lnTo>
                    <a:pt x="15148" y="44721"/>
                  </a:lnTo>
                  <a:lnTo>
                    <a:pt x="15148" y="41004"/>
                  </a:lnTo>
                  <a:lnTo>
                    <a:pt x="19032" y="41004"/>
                  </a:lnTo>
                  <a:lnTo>
                    <a:pt x="19032" y="44721"/>
                  </a:lnTo>
                  <a:lnTo>
                    <a:pt x="26633" y="44721"/>
                  </a:lnTo>
                  <a:lnTo>
                    <a:pt x="26633" y="52212"/>
                  </a:lnTo>
                  <a:lnTo>
                    <a:pt x="30462" y="52212"/>
                  </a:lnTo>
                  <a:lnTo>
                    <a:pt x="30462" y="55929"/>
                  </a:lnTo>
                  <a:lnTo>
                    <a:pt x="34235" y="55929"/>
                  </a:lnTo>
                  <a:lnTo>
                    <a:pt x="34235" y="60978"/>
                  </a:lnTo>
                  <a:lnTo>
                    <a:pt x="34235" y="65861"/>
                  </a:lnTo>
                  <a:lnTo>
                    <a:pt x="34235" y="68358"/>
                  </a:lnTo>
                  <a:lnTo>
                    <a:pt x="34235" y="70855"/>
                  </a:lnTo>
                  <a:lnTo>
                    <a:pt x="38008" y="70855"/>
                  </a:lnTo>
                  <a:lnTo>
                    <a:pt x="38008" y="74627"/>
                  </a:lnTo>
                  <a:lnTo>
                    <a:pt x="38063" y="78290"/>
                  </a:lnTo>
                  <a:lnTo>
                    <a:pt x="41892" y="78290"/>
                  </a:lnTo>
                  <a:lnTo>
                    <a:pt x="41892" y="85780"/>
                  </a:lnTo>
                  <a:lnTo>
                    <a:pt x="49548" y="85780"/>
                  </a:lnTo>
                  <a:lnTo>
                    <a:pt x="49548" y="93160"/>
                  </a:lnTo>
                  <a:lnTo>
                    <a:pt x="57095" y="93160"/>
                  </a:lnTo>
                  <a:lnTo>
                    <a:pt x="57095" y="82007"/>
                  </a:lnTo>
                  <a:lnTo>
                    <a:pt x="58759" y="82007"/>
                  </a:lnTo>
                  <a:lnTo>
                    <a:pt x="68525" y="82118"/>
                  </a:lnTo>
                  <a:lnTo>
                    <a:pt x="68525" y="78290"/>
                  </a:lnTo>
                  <a:lnTo>
                    <a:pt x="72353" y="78290"/>
                  </a:lnTo>
                  <a:lnTo>
                    <a:pt x="72353" y="74517"/>
                  </a:lnTo>
                  <a:lnTo>
                    <a:pt x="76182" y="74517"/>
                  </a:lnTo>
                  <a:lnTo>
                    <a:pt x="76182" y="67082"/>
                  </a:lnTo>
                  <a:lnTo>
                    <a:pt x="79955" y="67082"/>
                  </a:lnTo>
                  <a:lnTo>
                    <a:pt x="79955" y="63364"/>
                  </a:lnTo>
                  <a:lnTo>
                    <a:pt x="83672" y="63364"/>
                  </a:lnTo>
                  <a:lnTo>
                    <a:pt x="83672" y="59647"/>
                  </a:lnTo>
                  <a:lnTo>
                    <a:pt x="79955" y="59647"/>
                  </a:lnTo>
                  <a:lnTo>
                    <a:pt x="79955" y="55929"/>
                  </a:lnTo>
                  <a:lnTo>
                    <a:pt x="87612" y="55929"/>
                  </a:lnTo>
                  <a:lnTo>
                    <a:pt x="87612" y="59591"/>
                  </a:lnTo>
                  <a:lnTo>
                    <a:pt x="91274" y="59591"/>
                  </a:lnTo>
                  <a:lnTo>
                    <a:pt x="91274" y="52212"/>
                  </a:lnTo>
                  <a:lnTo>
                    <a:pt x="87501" y="52212"/>
                  </a:lnTo>
                  <a:lnTo>
                    <a:pt x="87501" y="44776"/>
                  </a:lnTo>
                  <a:lnTo>
                    <a:pt x="79899" y="44776"/>
                  </a:lnTo>
                  <a:lnTo>
                    <a:pt x="79899" y="41059"/>
                  </a:lnTo>
                  <a:lnTo>
                    <a:pt x="72298" y="41059"/>
                  </a:lnTo>
                  <a:lnTo>
                    <a:pt x="72298" y="55929"/>
                  </a:lnTo>
                  <a:lnTo>
                    <a:pt x="68525" y="55929"/>
                  </a:lnTo>
                  <a:lnTo>
                    <a:pt x="68525" y="48494"/>
                  </a:lnTo>
                  <a:lnTo>
                    <a:pt x="60812" y="48494"/>
                  </a:lnTo>
                  <a:lnTo>
                    <a:pt x="60812" y="44721"/>
                  </a:lnTo>
                  <a:lnTo>
                    <a:pt x="57095" y="44721"/>
                  </a:lnTo>
                  <a:lnTo>
                    <a:pt x="57095" y="40948"/>
                  </a:lnTo>
                  <a:lnTo>
                    <a:pt x="60868" y="40948"/>
                  </a:lnTo>
                  <a:lnTo>
                    <a:pt x="60868" y="37231"/>
                  </a:lnTo>
                  <a:lnTo>
                    <a:pt x="68525" y="37231"/>
                  </a:lnTo>
                  <a:lnTo>
                    <a:pt x="68525" y="26133"/>
                  </a:lnTo>
                  <a:lnTo>
                    <a:pt x="72353" y="26133"/>
                  </a:lnTo>
                  <a:lnTo>
                    <a:pt x="72353" y="37231"/>
                  </a:lnTo>
                  <a:lnTo>
                    <a:pt x="79955" y="37231"/>
                  </a:lnTo>
                  <a:lnTo>
                    <a:pt x="79955" y="40893"/>
                  </a:lnTo>
                  <a:lnTo>
                    <a:pt x="83672" y="40893"/>
                  </a:lnTo>
                  <a:lnTo>
                    <a:pt x="83672" y="29796"/>
                  </a:lnTo>
                  <a:lnTo>
                    <a:pt x="79899" y="29796"/>
                  </a:lnTo>
                  <a:lnTo>
                    <a:pt x="79899" y="26078"/>
                  </a:lnTo>
                  <a:lnTo>
                    <a:pt x="76126" y="26078"/>
                  </a:lnTo>
                  <a:lnTo>
                    <a:pt x="76126" y="22361"/>
                  </a:lnTo>
                  <a:lnTo>
                    <a:pt x="72408" y="22361"/>
                  </a:lnTo>
                  <a:lnTo>
                    <a:pt x="72408" y="11097"/>
                  </a:lnTo>
                  <a:lnTo>
                    <a:pt x="76182" y="11097"/>
                  </a:lnTo>
                  <a:lnTo>
                    <a:pt x="76182" y="7490"/>
                  </a:lnTo>
                  <a:lnTo>
                    <a:pt x="83728" y="7490"/>
                  </a:lnTo>
                  <a:lnTo>
                    <a:pt x="83728" y="11153"/>
                  </a:lnTo>
                  <a:lnTo>
                    <a:pt x="79955" y="11153"/>
                  </a:lnTo>
                  <a:lnTo>
                    <a:pt x="79955" y="13039"/>
                  </a:lnTo>
                  <a:lnTo>
                    <a:pt x="80010" y="14870"/>
                  </a:lnTo>
                  <a:lnTo>
                    <a:pt x="87612" y="14870"/>
                  </a:lnTo>
                  <a:lnTo>
                    <a:pt x="87612" y="18588"/>
                  </a:lnTo>
                  <a:lnTo>
                    <a:pt x="91440" y="18588"/>
                  </a:lnTo>
                  <a:lnTo>
                    <a:pt x="91440" y="37231"/>
                  </a:lnTo>
                  <a:lnTo>
                    <a:pt x="95268" y="37231"/>
                  </a:lnTo>
                  <a:lnTo>
                    <a:pt x="95268" y="40948"/>
                  </a:lnTo>
                  <a:lnTo>
                    <a:pt x="102815" y="40948"/>
                  </a:lnTo>
                  <a:lnTo>
                    <a:pt x="102815" y="33513"/>
                  </a:lnTo>
                  <a:lnTo>
                    <a:pt x="106643" y="33513"/>
                  </a:lnTo>
                  <a:lnTo>
                    <a:pt x="106643" y="29740"/>
                  </a:lnTo>
                  <a:lnTo>
                    <a:pt x="114245" y="29740"/>
                  </a:lnTo>
                  <a:lnTo>
                    <a:pt x="114245" y="26023"/>
                  </a:lnTo>
                  <a:lnTo>
                    <a:pt x="118073" y="26023"/>
                  </a:lnTo>
                  <a:lnTo>
                    <a:pt x="118073" y="18532"/>
                  </a:lnTo>
                  <a:lnTo>
                    <a:pt x="121902" y="18532"/>
                  </a:lnTo>
                  <a:lnTo>
                    <a:pt x="121902" y="7380"/>
                  </a:lnTo>
                  <a:lnTo>
                    <a:pt x="125619" y="7380"/>
                  </a:lnTo>
                  <a:lnTo>
                    <a:pt x="125619" y="3718"/>
                  </a:lnTo>
                  <a:lnTo>
                    <a:pt x="118018" y="3718"/>
                  </a:lnTo>
                  <a:lnTo>
                    <a:pt x="118018" y="55"/>
                  </a:lnTo>
                  <a:lnTo>
                    <a:pt x="95213" y="55"/>
                  </a:lnTo>
                  <a:lnTo>
                    <a:pt x="95213" y="3662"/>
                  </a:lnTo>
                  <a:lnTo>
                    <a:pt x="83728" y="3662"/>
                  </a:lnTo>
                  <a:lnTo>
                    <a:pt x="83728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  <p:sp>
          <p:nvSpPr>
            <p:cNvPr id="251" name="Google Shape;251;p13"/>
            <p:cNvSpPr/>
            <p:nvPr/>
          </p:nvSpPr>
          <p:spPr>
            <a:xfrm>
              <a:off x="1951225" y="2765925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1" y="1"/>
                  </a:moveTo>
                  <a:lnTo>
                    <a:pt x="1" y="1"/>
                  </a:lnTo>
                  <a:lnTo>
                    <a:pt x="1" y="1"/>
                  </a:lnTo>
                  <a:lnTo>
                    <a:pt x="1" y="1"/>
                  </a:lnTo>
                  <a:lnTo>
                    <a:pt x="1" y="1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  <p:sp>
          <p:nvSpPr>
            <p:cNvPr id="252" name="Google Shape;252;p13"/>
            <p:cNvSpPr/>
            <p:nvPr/>
          </p:nvSpPr>
          <p:spPr>
            <a:xfrm>
              <a:off x="3285650" y="993175"/>
              <a:ext cx="4096225" cy="3448450"/>
            </a:xfrm>
            <a:custGeom>
              <a:avLst/>
              <a:gdLst/>
              <a:ahLst/>
              <a:cxnLst/>
              <a:rect l="l" t="t" r="r" b="b"/>
              <a:pathLst>
                <a:path w="163849" h="137938" extrusionOk="0">
                  <a:moveTo>
                    <a:pt x="102815" y="7436"/>
                  </a:moveTo>
                  <a:lnTo>
                    <a:pt x="102815" y="11098"/>
                  </a:lnTo>
                  <a:lnTo>
                    <a:pt x="99042" y="11098"/>
                  </a:lnTo>
                  <a:lnTo>
                    <a:pt x="99042" y="7436"/>
                  </a:lnTo>
                  <a:close/>
                  <a:moveTo>
                    <a:pt x="45610" y="22306"/>
                  </a:moveTo>
                  <a:lnTo>
                    <a:pt x="45610" y="26024"/>
                  </a:lnTo>
                  <a:lnTo>
                    <a:pt x="41948" y="26024"/>
                  </a:lnTo>
                  <a:lnTo>
                    <a:pt x="41948" y="22306"/>
                  </a:lnTo>
                  <a:close/>
                  <a:moveTo>
                    <a:pt x="45665" y="52212"/>
                  </a:moveTo>
                  <a:lnTo>
                    <a:pt x="45665" y="55875"/>
                  </a:lnTo>
                  <a:lnTo>
                    <a:pt x="38119" y="55875"/>
                  </a:lnTo>
                  <a:lnTo>
                    <a:pt x="38119" y="52212"/>
                  </a:lnTo>
                  <a:close/>
                  <a:moveTo>
                    <a:pt x="56929" y="55930"/>
                  </a:moveTo>
                  <a:lnTo>
                    <a:pt x="56929" y="63365"/>
                  </a:lnTo>
                  <a:lnTo>
                    <a:pt x="53322" y="63365"/>
                  </a:lnTo>
                  <a:lnTo>
                    <a:pt x="53322" y="55930"/>
                  </a:lnTo>
                  <a:close/>
                  <a:moveTo>
                    <a:pt x="26634" y="52212"/>
                  </a:moveTo>
                  <a:lnTo>
                    <a:pt x="26634" y="55930"/>
                  </a:lnTo>
                  <a:lnTo>
                    <a:pt x="22916" y="55930"/>
                  </a:lnTo>
                  <a:lnTo>
                    <a:pt x="22916" y="63310"/>
                  </a:lnTo>
                  <a:lnTo>
                    <a:pt x="26634" y="63310"/>
                  </a:lnTo>
                  <a:lnTo>
                    <a:pt x="26634" y="59703"/>
                  </a:lnTo>
                  <a:lnTo>
                    <a:pt x="34291" y="59703"/>
                  </a:lnTo>
                  <a:lnTo>
                    <a:pt x="34291" y="63365"/>
                  </a:lnTo>
                  <a:lnTo>
                    <a:pt x="41837" y="63365"/>
                  </a:lnTo>
                  <a:lnTo>
                    <a:pt x="41837" y="67083"/>
                  </a:lnTo>
                  <a:lnTo>
                    <a:pt x="30518" y="67083"/>
                  </a:lnTo>
                  <a:lnTo>
                    <a:pt x="30518" y="70800"/>
                  </a:lnTo>
                  <a:lnTo>
                    <a:pt x="26634" y="70800"/>
                  </a:lnTo>
                  <a:lnTo>
                    <a:pt x="26634" y="67138"/>
                  </a:lnTo>
                  <a:lnTo>
                    <a:pt x="22861" y="67138"/>
                  </a:lnTo>
                  <a:lnTo>
                    <a:pt x="22861" y="63420"/>
                  </a:lnTo>
                  <a:lnTo>
                    <a:pt x="11431" y="63420"/>
                  </a:lnTo>
                  <a:lnTo>
                    <a:pt x="11431" y="59648"/>
                  </a:lnTo>
                  <a:lnTo>
                    <a:pt x="15204" y="59648"/>
                  </a:lnTo>
                  <a:lnTo>
                    <a:pt x="15204" y="55875"/>
                  </a:lnTo>
                  <a:lnTo>
                    <a:pt x="22805" y="55875"/>
                  </a:lnTo>
                  <a:lnTo>
                    <a:pt x="22805" y="52212"/>
                  </a:lnTo>
                  <a:close/>
                  <a:moveTo>
                    <a:pt x="56929" y="70856"/>
                  </a:moveTo>
                  <a:lnTo>
                    <a:pt x="56929" y="74573"/>
                  </a:lnTo>
                  <a:lnTo>
                    <a:pt x="57095" y="74573"/>
                  </a:lnTo>
                  <a:lnTo>
                    <a:pt x="55264" y="74628"/>
                  </a:lnTo>
                  <a:lnTo>
                    <a:pt x="53322" y="74628"/>
                  </a:lnTo>
                  <a:lnTo>
                    <a:pt x="53322" y="70856"/>
                  </a:lnTo>
                  <a:close/>
                  <a:moveTo>
                    <a:pt x="45665" y="74573"/>
                  </a:moveTo>
                  <a:lnTo>
                    <a:pt x="45665" y="82063"/>
                  </a:lnTo>
                  <a:lnTo>
                    <a:pt x="41948" y="82063"/>
                  </a:lnTo>
                  <a:lnTo>
                    <a:pt x="41948" y="74573"/>
                  </a:lnTo>
                  <a:close/>
                  <a:moveTo>
                    <a:pt x="95269" y="1"/>
                  </a:moveTo>
                  <a:lnTo>
                    <a:pt x="95269" y="3663"/>
                  </a:lnTo>
                  <a:lnTo>
                    <a:pt x="83839" y="3663"/>
                  </a:lnTo>
                  <a:lnTo>
                    <a:pt x="83839" y="7436"/>
                  </a:lnTo>
                  <a:lnTo>
                    <a:pt x="76182" y="7436"/>
                  </a:lnTo>
                  <a:lnTo>
                    <a:pt x="76182" y="11209"/>
                  </a:lnTo>
                  <a:lnTo>
                    <a:pt x="68581" y="11209"/>
                  </a:lnTo>
                  <a:lnTo>
                    <a:pt x="68581" y="18589"/>
                  </a:lnTo>
                  <a:lnTo>
                    <a:pt x="64697" y="18589"/>
                  </a:lnTo>
                  <a:lnTo>
                    <a:pt x="64697" y="14926"/>
                  </a:lnTo>
                  <a:lnTo>
                    <a:pt x="60924" y="14926"/>
                  </a:lnTo>
                  <a:lnTo>
                    <a:pt x="60924" y="18644"/>
                  </a:lnTo>
                  <a:lnTo>
                    <a:pt x="53322" y="18644"/>
                  </a:lnTo>
                  <a:lnTo>
                    <a:pt x="53322" y="22362"/>
                  </a:lnTo>
                  <a:lnTo>
                    <a:pt x="49549" y="22362"/>
                  </a:lnTo>
                  <a:lnTo>
                    <a:pt x="45665" y="22306"/>
                  </a:lnTo>
                  <a:lnTo>
                    <a:pt x="45665" y="18589"/>
                  </a:lnTo>
                  <a:lnTo>
                    <a:pt x="41837" y="18589"/>
                  </a:lnTo>
                  <a:lnTo>
                    <a:pt x="41837" y="14926"/>
                  </a:lnTo>
                  <a:lnTo>
                    <a:pt x="26689" y="14926"/>
                  </a:lnTo>
                  <a:lnTo>
                    <a:pt x="26689" y="18589"/>
                  </a:lnTo>
                  <a:lnTo>
                    <a:pt x="22861" y="18589"/>
                  </a:lnTo>
                  <a:lnTo>
                    <a:pt x="22861" y="26134"/>
                  </a:lnTo>
                  <a:lnTo>
                    <a:pt x="19143" y="26134"/>
                  </a:lnTo>
                  <a:lnTo>
                    <a:pt x="19143" y="33569"/>
                  </a:lnTo>
                  <a:lnTo>
                    <a:pt x="22916" y="33569"/>
                  </a:lnTo>
                  <a:lnTo>
                    <a:pt x="22916" y="37176"/>
                  </a:lnTo>
                  <a:lnTo>
                    <a:pt x="26634" y="37176"/>
                  </a:lnTo>
                  <a:lnTo>
                    <a:pt x="26634" y="26024"/>
                  </a:lnTo>
                  <a:lnTo>
                    <a:pt x="30462" y="26024"/>
                  </a:lnTo>
                  <a:lnTo>
                    <a:pt x="30462" y="22362"/>
                  </a:lnTo>
                  <a:lnTo>
                    <a:pt x="34235" y="22362"/>
                  </a:lnTo>
                  <a:lnTo>
                    <a:pt x="34235" y="26134"/>
                  </a:lnTo>
                  <a:lnTo>
                    <a:pt x="30518" y="26134"/>
                  </a:lnTo>
                  <a:lnTo>
                    <a:pt x="30518" y="33514"/>
                  </a:lnTo>
                  <a:lnTo>
                    <a:pt x="34235" y="33514"/>
                  </a:lnTo>
                  <a:lnTo>
                    <a:pt x="34235" y="37342"/>
                  </a:lnTo>
                  <a:lnTo>
                    <a:pt x="30462" y="37342"/>
                  </a:lnTo>
                  <a:lnTo>
                    <a:pt x="30462" y="40949"/>
                  </a:lnTo>
                  <a:lnTo>
                    <a:pt x="22805" y="40949"/>
                  </a:lnTo>
                  <a:lnTo>
                    <a:pt x="22805" y="37342"/>
                  </a:lnTo>
                  <a:lnTo>
                    <a:pt x="19032" y="37342"/>
                  </a:lnTo>
                  <a:lnTo>
                    <a:pt x="19032" y="44777"/>
                  </a:lnTo>
                  <a:lnTo>
                    <a:pt x="15259" y="44777"/>
                  </a:lnTo>
                  <a:lnTo>
                    <a:pt x="15259" y="48495"/>
                  </a:lnTo>
                  <a:lnTo>
                    <a:pt x="11375" y="48495"/>
                  </a:lnTo>
                  <a:lnTo>
                    <a:pt x="11375" y="55985"/>
                  </a:lnTo>
                  <a:lnTo>
                    <a:pt x="7602" y="55985"/>
                  </a:lnTo>
                  <a:lnTo>
                    <a:pt x="7602" y="67138"/>
                  </a:lnTo>
                  <a:lnTo>
                    <a:pt x="3774" y="67138"/>
                  </a:lnTo>
                  <a:lnTo>
                    <a:pt x="3774" y="74573"/>
                  </a:lnTo>
                  <a:lnTo>
                    <a:pt x="1887" y="74573"/>
                  </a:lnTo>
                  <a:lnTo>
                    <a:pt x="1" y="74628"/>
                  </a:lnTo>
                  <a:lnTo>
                    <a:pt x="1" y="89443"/>
                  </a:lnTo>
                  <a:lnTo>
                    <a:pt x="3829" y="89443"/>
                  </a:lnTo>
                  <a:lnTo>
                    <a:pt x="3829" y="93216"/>
                  </a:lnTo>
                  <a:lnTo>
                    <a:pt x="19143" y="93216"/>
                  </a:lnTo>
                  <a:lnTo>
                    <a:pt x="19143" y="104424"/>
                  </a:lnTo>
                  <a:lnTo>
                    <a:pt x="22916" y="104424"/>
                  </a:lnTo>
                  <a:lnTo>
                    <a:pt x="22916" y="126840"/>
                  </a:lnTo>
                  <a:lnTo>
                    <a:pt x="26689" y="126840"/>
                  </a:lnTo>
                  <a:lnTo>
                    <a:pt x="26689" y="137937"/>
                  </a:lnTo>
                  <a:lnTo>
                    <a:pt x="30462" y="137937"/>
                  </a:lnTo>
                  <a:lnTo>
                    <a:pt x="30462" y="134275"/>
                  </a:lnTo>
                  <a:lnTo>
                    <a:pt x="38064" y="134275"/>
                  </a:lnTo>
                  <a:lnTo>
                    <a:pt x="38064" y="126729"/>
                  </a:lnTo>
                  <a:lnTo>
                    <a:pt x="41948" y="126729"/>
                  </a:lnTo>
                  <a:lnTo>
                    <a:pt x="41948" y="119294"/>
                  </a:lnTo>
                  <a:lnTo>
                    <a:pt x="45721" y="119294"/>
                  </a:lnTo>
                  <a:lnTo>
                    <a:pt x="45721" y="100651"/>
                  </a:lnTo>
                  <a:lnTo>
                    <a:pt x="49494" y="100651"/>
                  </a:lnTo>
                  <a:lnTo>
                    <a:pt x="49494" y="96934"/>
                  </a:lnTo>
                  <a:lnTo>
                    <a:pt x="53211" y="96934"/>
                  </a:lnTo>
                  <a:lnTo>
                    <a:pt x="53211" y="89499"/>
                  </a:lnTo>
                  <a:lnTo>
                    <a:pt x="49549" y="89499"/>
                  </a:lnTo>
                  <a:lnTo>
                    <a:pt x="49549" y="85726"/>
                  </a:lnTo>
                  <a:lnTo>
                    <a:pt x="57095" y="85726"/>
                  </a:lnTo>
                  <a:lnTo>
                    <a:pt x="57095" y="82008"/>
                  </a:lnTo>
                  <a:lnTo>
                    <a:pt x="60924" y="82008"/>
                  </a:lnTo>
                  <a:lnTo>
                    <a:pt x="60924" y="74628"/>
                  </a:lnTo>
                  <a:lnTo>
                    <a:pt x="68636" y="74628"/>
                  </a:lnTo>
                  <a:lnTo>
                    <a:pt x="68636" y="78291"/>
                  </a:lnTo>
                  <a:lnTo>
                    <a:pt x="72409" y="78291"/>
                  </a:lnTo>
                  <a:lnTo>
                    <a:pt x="72409" y="89388"/>
                  </a:lnTo>
                  <a:lnTo>
                    <a:pt x="76182" y="89388"/>
                  </a:lnTo>
                  <a:lnTo>
                    <a:pt x="76182" y="85726"/>
                  </a:lnTo>
                  <a:lnTo>
                    <a:pt x="80011" y="85726"/>
                  </a:lnTo>
                  <a:lnTo>
                    <a:pt x="80011" y="78346"/>
                  </a:lnTo>
                  <a:lnTo>
                    <a:pt x="87668" y="78346"/>
                  </a:lnTo>
                  <a:lnTo>
                    <a:pt x="87668" y="82008"/>
                  </a:lnTo>
                  <a:lnTo>
                    <a:pt x="91441" y="82008"/>
                  </a:lnTo>
                  <a:lnTo>
                    <a:pt x="91441" y="93161"/>
                  </a:lnTo>
                  <a:lnTo>
                    <a:pt x="95269" y="93161"/>
                  </a:lnTo>
                  <a:lnTo>
                    <a:pt x="95269" y="89443"/>
                  </a:lnTo>
                  <a:lnTo>
                    <a:pt x="102760" y="89443"/>
                  </a:lnTo>
                  <a:lnTo>
                    <a:pt x="102760" y="82063"/>
                  </a:lnTo>
                  <a:lnTo>
                    <a:pt x="99042" y="82063"/>
                  </a:lnTo>
                  <a:lnTo>
                    <a:pt x="99042" y="78291"/>
                  </a:lnTo>
                  <a:lnTo>
                    <a:pt x="106644" y="78291"/>
                  </a:lnTo>
                  <a:lnTo>
                    <a:pt x="106644" y="74518"/>
                  </a:lnTo>
                  <a:lnTo>
                    <a:pt x="110472" y="74518"/>
                  </a:lnTo>
                  <a:lnTo>
                    <a:pt x="110472" y="59703"/>
                  </a:lnTo>
                  <a:lnTo>
                    <a:pt x="114356" y="59703"/>
                  </a:lnTo>
                  <a:lnTo>
                    <a:pt x="114356" y="63310"/>
                  </a:lnTo>
                  <a:lnTo>
                    <a:pt x="118129" y="63310"/>
                  </a:lnTo>
                  <a:lnTo>
                    <a:pt x="118129" y="55875"/>
                  </a:lnTo>
                  <a:lnTo>
                    <a:pt x="121958" y="55875"/>
                  </a:lnTo>
                  <a:lnTo>
                    <a:pt x="121958" y="52212"/>
                  </a:lnTo>
                  <a:lnTo>
                    <a:pt x="125731" y="52212"/>
                  </a:lnTo>
                  <a:lnTo>
                    <a:pt x="125731" y="55819"/>
                  </a:lnTo>
                  <a:lnTo>
                    <a:pt x="129504" y="55819"/>
                  </a:lnTo>
                  <a:lnTo>
                    <a:pt x="129504" y="41005"/>
                  </a:lnTo>
                  <a:lnTo>
                    <a:pt x="121958" y="41005"/>
                  </a:lnTo>
                  <a:lnTo>
                    <a:pt x="121958" y="37232"/>
                  </a:lnTo>
                  <a:lnTo>
                    <a:pt x="125731" y="37232"/>
                  </a:lnTo>
                  <a:lnTo>
                    <a:pt x="125731" y="33514"/>
                  </a:lnTo>
                  <a:lnTo>
                    <a:pt x="137161" y="33514"/>
                  </a:lnTo>
                  <a:lnTo>
                    <a:pt x="137161" y="29797"/>
                  </a:lnTo>
                  <a:lnTo>
                    <a:pt x="144818" y="29797"/>
                  </a:lnTo>
                  <a:lnTo>
                    <a:pt x="144818" y="33514"/>
                  </a:lnTo>
                  <a:lnTo>
                    <a:pt x="152364" y="33514"/>
                  </a:lnTo>
                  <a:lnTo>
                    <a:pt x="152364" y="29741"/>
                  </a:lnTo>
                  <a:lnTo>
                    <a:pt x="160021" y="29741"/>
                  </a:lnTo>
                  <a:lnTo>
                    <a:pt x="160021" y="26079"/>
                  </a:lnTo>
                  <a:lnTo>
                    <a:pt x="160021" y="25968"/>
                  </a:lnTo>
                  <a:lnTo>
                    <a:pt x="163849" y="25968"/>
                  </a:lnTo>
                  <a:lnTo>
                    <a:pt x="163849" y="18589"/>
                  </a:lnTo>
                  <a:lnTo>
                    <a:pt x="156192" y="18589"/>
                  </a:lnTo>
                  <a:lnTo>
                    <a:pt x="156192" y="14926"/>
                  </a:lnTo>
                  <a:lnTo>
                    <a:pt x="152419" y="14926"/>
                  </a:lnTo>
                  <a:lnTo>
                    <a:pt x="152419" y="18589"/>
                  </a:lnTo>
                  <a:lnTo>
                    <a:pt x="148535" y="18589"/>
                  </a:lnTo>
                  <a:lnTo>
                    <a:pt x="148535" y="14871"/>
                  </a:lnTo>
                  <a:lnTo>
                    <a:pt x="133277" y="14871"/>
                  </a:lnTo>
                  <a:lnTo>
                    <a:pt x="133277" y="11154"/>
                  </a:lnTo>
                  <a:lnTo>
                    <a:pt x="129559" y="11154"/>
                  </a:lnTo>
                  <a:lnTo>
                    <a:pt x="129559" y="7325"/>
                  </a:lnTo>
                  <a:lnTo>
                    <a:pt x="133277" y="7325"/>
                  </a:lnTo>
                  <a:lnTo>
                    <a:pt x="133277" y="3719"/>
                  </a:lnTo>
                  <a:lnTo>
                    <a:pt x="121958" y="3719"/>
                  </a:lnTo>
                  <a:lnTo>
                    <a:pt x="121958" y="7381"/>
                  </a:lnTo>
                  <a:lnTo>
                    <a:pt x="125675" y="7381"/>
                  </a:lnTo>
                  <a:lnTo>
                    <a:pt x="125675" y="11098"/>
                  </a:lnTo>
                  <a:lnTo>
                    <a:pt x="118074" y="11098"/>
                  </a:lnTo>
                  <a:lnTo>
                    <a:pt x="118074" y="7491"/>
                  </a:lnTo>
                  <a:lnTo>
                    <a:pt x="114301" y="7491"/>
                  </a:lnTo>
                  <a:lnTo>
                    <a:pt x="114301" y="11098"/>
                  </a:lnTo>
                  <a:lnTo>
                    <a:pt x="110417" y="11098"/>
                  </a:lnTo>
                  <a:lnTo>
                    <a:pt x="110417" y="7436"/>
                  </a:lnTo>
                  <a:lnTo>
                    <a:pt x="106644" y="7436"/>
                  </a:lnTo>
                  <a:lnTo>
                    <a:pt x="106644" y="3663"/>
                  </a:lnTo>
                  <a:lnTo>
                    <a:pt x="98987" y="3663"/>
                  </a:lnTo>
                  <a:lnTo>
                    <a:pt x="98987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  <p:sp>
          <p:nvSpPr>
            <p:cNvPr id="253" name="Google Shape;253;p13"/>
            <p:cNvSpPr/>
            <p:nvPr/>
          </p:nvSpPr>
          <p:spPr>
            <a:xfrm>
              <a:off x="1286775" y="1086125"/>
              <a:ext cx="185925" cy="92950"/>
            </a:xfrm>
            <a:custGeom>
              <a:avLst/>
              <a:gdLst/>
              <a:ahLst/>
              <a:cxnLst/>
              <a:rect l="l" t="t" r="r" b="b"/>
              <a:pathLst>
                <a:path w="7437" h="3718" extrusionOk="0">
                  <a:moveTo>
                    <a:pt x="1" y="1"/>
                  </a:moveTo>
                  <a:lnTo>
                    <a:pt x="1" y="611"/>
                  </a:lnTo>
                  <a:lnTo>
                    <a:pt x="1" y="3607"/>
                  </a:lnTo>
                  <a:lnTo>
                    <a:pt x="1" y="3718"/>
                  </a:lnTo>
                  <a:lnTo>
                    <a:pt x="7436" y="3718"/>
                  </a:lnTo>
                  <a:lnTo>
                    <a:pt x="7436" y="3496"/>
                  </a:lnTo>
                  <a:lnTo>
                    <a:pt x="7436" y="611"/>
                  </a:lnTo>
                  <a:lnTo>
                    <a:pt x="743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</p:grp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468">
          <p15:clr>
            <a:srgbClr val="E46962"/>
          </p15:clr>
        </p15:guide>
        <p15:guide id="2" pos="5601">
          <p15:clr>
            <a:srgbClr val="E46962"/>
          </p15:clr>
        </p15:guide>
        <p15:guide id="3" orient="horz" pos="468">
          <p15:clr>
            <a:srgbClr val="E46962"/>
          </p15:clr>
        </p15:guide>
        <p15:guide id="4" orient="horz" pos="3081">
          <p15:clr>
            <a:srgbClr val="E46962"/>
          </p15:clr>
        </p15:guide>
        <p15:guide id="5" pos="5292">
          <p15:clr>
            <a:srgbClr val="E46962"/>
          </p15:clr>
        </p15:guide>
        <p15:guide id="6" pos="159">
          <p15:clr>
            <a:srgbClr val="E46962"/>
          </p15:clr>
        </p15:guide>
        <p15:guide id="7" orient="horz" pos="159">
          <p15:clr>
            <a:srgbClr val="E46962"/>
          </p15:clr>
        </p15:guide>
        <p15:guide id="8" orient="horz" pos="2772">
          <p15:clr>
            <a:srgbClr val="E46962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Guess The Team Member">
  <p:cSld name="BLANK_1_1_1_1_1_1_1_1_1_1_1_1_1_2">
    <p:bg>
      <p:bgPr>
        <a:solidFill>
          <a:schemeClr val="dk1"/>
        </a:solidFill>
        <a:effectLst/>
      </p:bgPr>
    </p:bg>
    <p:spTree>
      <p:nvGrpSpPr>
        <p:cNvPr id="1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5" name="Google Shape;255;p14"/>
          <p:cNvGrpSpPr/>
          <p:nvPr/>
        </p:nvGrpSpPr>
        <p:grpSpPr>
          <a:xfrm>
            <a:off x="103050" y="103050"/>
            <a:ext cx="6817325" cy="3765575"/>
            <a:chOff x="103050" y="103050"/>
            <a:chExt cx="6817325" cy="3765575"/>
          </a:xfrm>
        </p:grpSpPr>
        <p:sp>
          <p:nvSpPr>
            <p:cNvPr id="256" name="Google Shape;256;p14"/>
            <p:cNvSpPr/>
            <p:nvPr/>
          </p:nvSpPr>
          <p:spPr>
            <a:xfrm>
              <a:off x="103050" y="103050"/>
              <a:ext cx="5135700" cy="2659500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  <p:sp>
          <p:nvSpPr>
            <p:cNvPr id="257" name="Google Shape;257;p14"/>
            <p:cNvSpPr/>
            <p:nvPr/>
          </p:nvSpPr>
          <p:spPr>
            <a:xfrm>
              <a:off x="1090775" y="1490525"/>
              <a:ext cx="5829600" cy="2378100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</p:grpSp>
      <p:sp>
        <p:nvSpPr>
          <p:cNvPr id="258" name="Google Shape;258;p14"/>
          <p:cNvSpPr txBox="1">
            <a:spLocks noGrp="1"/>
          </p:cNvSpPr>
          <p:nvPr>
            <p:ph type="subTitle" idx="1"/>
          </p:nvPr>
        </p:nvSpPr>
        <p:spPr>
          <a:xfrm>
            <a:off x="252600" y="1199800"/>
            <a:ext cx="2881500" cy="801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None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None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None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None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None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None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None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None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None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9pPr>
          </a:lstStyle>
          <a:p>
            <a:endParaRPr/>
          </a:p>
        </p:txBody>
      </p:sp>
      <p:sp>
        <p:nvSpPr>
          <p:cNvPr id="259" name="Google Shape;259;p14"/>
          <p:cNvSpPr txBox="1">
            <a:spLocks noGrp="1"/>
          </p:cNvSpPr>
          <p:nvPr>
            <p:ph type="title"/>
          </p:nvPr>
        </p:nvSpPr>
        <p:spPr>
          <a:xfrm>
            <a:off x="229190" y="147681"/>
            <a:ext cx="4216200" cy="865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500"/>
              <a:buFont typeface="Space Grotesk"/>
              <a:buNone/>
              <a:defRPr sz="3500">
                <a:latin typeface="Space Grotesk"/>
                <a:ea typeface="Space Grotesk"/>
                <a:cs typeface="Space Grotesk"/>
                <a:sym typeface="Space Grotesk"/>
              </a:defRPr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900"/>
              <a:buFont typeface="Space Grotesk Medium"/>
              <a:buNone/>
              <a:defRPr sz="3900"/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900"/>
              <a:buFont typeface="Space Grotesk Medium"/>
              <a:buNone/>
              <a:defRPr sz="3900"/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900"/>
              <a:buFont typeface="Space Grotesk Medium"/>
              <a:buNone/>
              <a:defRPr sz="3900"/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900"/>
              <a:buFont typeface="Space Grotesk Medium"/>
              <a:buNone/>
              <a:defRPr sz="3900"/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900"/>
              <a:buFont typeface="Space Grotesk Medium"/>
              <a:buNone/>
              <a:defRPr sz="3900"/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900"/>
              <a:buFont typeface="Space Grotesk Medium"/>
              <a:buNone/>
              <a:defRPr sz="3900"/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900"/>
              <a:buFont typeface="Space Grotesk Medium"/>
              <a:buNone/>
              <a:defRPr sz="3900"/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900"/>
              <a:buFont typeface="Space Grotesk Medium"/>
              <a:buNone/>
              <a:defRPr sz="3900"/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468">
          <p15:clr>
            <a:srgbClr val="E46962"/>
          </p15:clr>
        </p15:guide>
        <p15:guide id="2" orient="horz" pos="468">
          <p15:clr>
            <a:srgbClr val="E46962"/>
          </p15:clr>
        </p15:guide>
        <p15:guide id="3" orient="horz" pos="3081">
          <p15:clr>
            <a:srgbClr val="E46962"/>
          </p15:clr>
        </p15:guide>
        <p15:guide id="4" pos="5601">
          <p15:clr>
            <a:srgbClr val="E46962"/>
          </p15:clr>
        </p15:guide>
        <p15:guide id="5" pos="5292">
          <p15:clr>
            <a:srgbClr val="E46962"/>
          </p15:clr>
        </p15:guide>
        <p15:guide id="6" pos="159">
          <p15:clr>
            <a:srgbClr val="E46962"/>
          </p15:clr>
        </p15:guide>
        <p15:guide id="7" orient="horz" pos="159">
          <p15:clr>
            <a:srgbClr val="E46962"/>
          </p15:clr>
        </p15:guide>
        <p15:guide id="8" orient="horz" pos="2772">
          <p15:clr>
            <a:srgbClr val="E46962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Art Attack">
  <p:cSld name="TITLE_1_1_5">
    <p:bg>
      <p:bgPr>
        <a:solidFill>
          <a:schemeClr val="accent4"/>
        </a:solidFill>
        <a:effectLst/>
      </p:bgPr>
    </p:bg>
    <p:spTree>
      <p:nvGrpSpPr>
        <p:cNvPr id="1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61" name="Google Shape;261;p15"/>
          <p:cNvGrpSpPr/>
          <p:nvPr/>
        </p:nvGrpSpPr>
        <p:grpSpPr>
          <a:xfrm>
            <a:off x="0" y="0"/>
            <a:ext cx="9143999" cy="5143500"/>
            <a:chOff x="0" y="0"/>
            <a:chExt cx="9143999" cy="5143500"/>
          </a:xfrm>
        </p:grpSpPr>
        <p:sp>
          <p:nvSpPr>
            <p:cNvPr id="262" name="Google Shape;262;p15"/>
            <p:cNvSpPr/>
            <p:nvPr/>
          </p:nvSpPr>
          <p:spPr>
            <a:xfrm>
              <a:off x="0" y="0"/>
              <a:ext cx="103049" cy="5143489"/>
            </a:xfrm>
            <a:custGeom>
              <a:avLst/>
              <a:gdLst/>
              <a:ahLst/>
              <a:cxnLst/>
              <a:rect l="l" t="t" r="r" b="b"/>
              <a:pathLst>
                <a:path w="3540" h="143904" extrusionOk="0">
                  <a:moveTo>
                    <a:pt x="0" y="1"/>
                  </a:moveTo>
                  <a:lnTo>
                    <a:pt x="0" y="143903"/>
                  </a:lnTo>
                  <a:lnTo>
                    <a:pt x="3540" y="143903"/>
                  </a:lnTo>
                  <a:lnTo>
                    <a:pt x="354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  <p:sp>
          <p:nvSpPr>
            <p:cNvPr id="263" name="Google Shape;263;p15"/>
            <p:cNvSpPr/>
            <p:nvPr/>
          </p:nvSpPr>
          <p:spPr>
            <a:xfrm>
              <a:off x="9040950" y="0"/>
              <a:ext cx="103049" cy="5143489"/>
            </a:xfrm>
            <a:custGeom>
              <a:avLst/>
              <a:gdLst/>
              <a:ahLst/>
              <a:cxnLst/>
              <a:rect l="l" t="t" r="r" b="b"/>
              <a:pathLst>
                <a:path w="3540" h="143904" extrusionOk="0">
                  <a:moveTo>
                    <a:pt x="0" y="1"/>
                  </a:moveTo>
                  <a:lnTo>
                    <a:pt x="0" y="143903"/>
                  </a:lnTo>
                  <a:lnTo>
                    <a:pt x="3540" y="143903"/>
                  </a:lnTo>
                  <a:lnTo>
                    <a:pt x="354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  <p:sp>
          <p:nvSpPr>
            <p:cNvPr id="264" name="Google Shape;264;p15"/>
            <p:cNvSpPr/>
            <p:nvPr/>
          </p:nvSpPr>
          <p:spPr>
            <a:xfrm rot="5400000">
              <a:off x="4519005" y="-4518866"/>
              <a:ext cx="103049" cy="9140782"/>
            </a:xfrm>
            <a:custGeom>
              <a:avLst/>
              <a:gdLst/>
              <a:ahLst/>
              <a:cxnLst/>
              <a:rect l="l" t="t" r="r" b="b"/>
              <a:pathLst>
                <a:path w="3540" h="143904" extrusionOk="0">
                  <a:moveTo>
                    <a:pt x="0" y="1"/>
                  </a:moveTo>
                  <a:lnTo>
                    <a:pt x="0" y="143903"/>
                  </a:lnTo>
                  <a:lnTo>
                    <a:pt x="3540" y="143903"/>
                  </a:lnTo>
                  <a:lnTo>
                    <a:pt x="354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  <p:sp>
          <p:nvSpPr>
            <p:cNvPr id="265" name="Google Shape;265;p15"/>
            <p:cNvSpPr/>
            <p:nvPr/>
          </p:nvSpPr>
          <p:spPr>
            <a:xfrm rot="5400000">
              <a:off x="4520468" y="521584"/>
              <a:ext cx="103049" cy="9140782"/>
            </a:xfrm>
            <a:custGeom>
              <a:avLst/>
              <a:gdLst/>
              <a:ahLst/>
              <a:cxnLst/>
              <a:rect l="l" t="t" r="r" b="b"/>
              <a:pathLst>
                <a:path w="3540" h="143904" extrusionOk="0">
                  <a:moveTo>
                    <a:pt x="0" y="1"/>
                  </a:moveTo>
                  <a:lnTo>
                    <a:pt x="0" y="143903"/>
                  </a:lnTo>
                  <a:lnTo>
                    <a:pt x="3540" y="143903"/>
                  </a:lnTo>
                  <a:lnTo>
                    <a:pt x="354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</p:grpSp>
      <p:sp>
        <p:nvSpPr>
          <p:cNvPr id="266" name="Google Shape;266;p15"/>
          <p:cNvSpPr>
            <a:spLocks noGrp="1"/>
          </p:cNvSpPr>
          <p:nvPr>
            <p:ph type="pic" idx="2"/>
          </p:nvPr>
        </p:nvSpPr>
        <p:spPr>
          <a:xfrm>
            <a:off x="3553675" y="3509450"/>
            <a:ext cx="1941000" cy="1313100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CA"/>
          </a:p>
        </p:txBody>
      </p:sp>
      <p:sp>
        <p:nvSpPr>
          <p:cNvPr id="267" name="Google Shape;267;p15"/>
          <p:cNvSpPr txBox="1">
            <a:spLocks noGrp="1"/>
          </p:cNvSpPr>
          <p:nvPr>
            <p:ph type="title"/>
          </p:nvPr>
        </p:nvSpPr>
        <p:spPr>
          <a:xfrm>
            <a:off x="236975" y="223878"/>
            <a:ext cx="4216200" cy="501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500"/>
              <a:buFont typeface="Space Grotesk"/>
              <a:buNone/>
              <a:defRPr sz="3500">
                <a:latin typeface="Space Grotesk"/>
                <a:ea typeface="Space Grotesk"/>
                <a:cs typeface="Space Grotesk"/>
                <a:sym typeface="Space Grotesk"/>
              </a:defRPr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900"/>
              <a:buFont typeface="Space Grotesk Medium"/>
              <a:buNone/>
              <a:defRPr sz="3900"/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900"/>
              <a:buFont typeface="Space Grotesk Medium"/>
              <a:buNone/>
              <a:defRPr sz="3900"/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900"/>
              <a:buFont typeface="Space Grotesk Medium"/>
              <a:buNone/>
              <a:defRPr sz="3900"/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900"/>
              <a:buFont typeface="Space Grotesk Medium"/>
              <a:buNone/>
              <a:defRPr sz="3900"/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900"/>
              <a:buFont typeface="Space Grotesk Medium"/>
              <a:buNone/>
              <a:defRPr sz="3900"/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900"/>
              <a:buFont typeface="Space Grotesk Medium"/>
              <a:buNone/>
              <a:defRPr sz="3900"/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900"/>
              <a:buFont typeface="Space Grotesk Medium"/>
              <a:buNone/>
              <a:defRPr sz="3900"/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900"/>
              <a:buFont typeface="Space Grotesk Medium"/>
              <a:buNone/>
              <a:defRPr sz="3900"/>
            </a:lvl9pPr>
          </a:lstStyle>
          <a:p>
            <a:endParaRPr/>
          </a:p>
        </p:txBody>
      </p:sp>
      <p:sp>
        <p:nvSpPr>
          <p:cNvPr id="268" name="Google Shape;268;p15"/>
          <p:cNvSpPr>
            <a:spLocks noGrp="1"/>
          </p:cNvSpPr>
          <p:nvPr>
            <p:ph type="pic" idx="3"/>
          </p:nvPr>
        </p:nvSpPr>
        <p:spPr>
          <a:xfrm>
            <a:off x="6699200" y="904175"/>
            <a:ext cx="1909200" cy="1191900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CA"/>
          </a:p>
        </p:txBody>
      </p:sp>
      <p:sp>
        <p:nvSpPr>
          <p:cNvPr id="269" name="Google Shape;269;p15"/>
          <p:cNvSpPr>
            <a:spLocks noGrp="1"/>
          </p:cNvSpPr>
          <p:nvPr>
            <p:ph type="pic" idx="4"/>
          </p:nvPr>
        </p:nvSpPr>
        <p:spPr>
          <a:xfrm>
            <a:off x="5673725" y="2267525"/>
            <a:ext cx="2935200" cy="2433900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CA"/>
          </a:p>
        </p:txBody>
      </p:sp>
      <p:sp>
        <p:nvSpPr>
          <p:cNvPr id="270" name="Google Shape;270;p15"/>
          <p:cNvSpPr>
            <a:spLocks noGrp="1"/>
          </p:cNvSpPr>
          <p:nvPr>
            <p:ph type="pic" idx="5"/>
          </p:nvPr>
        </p:nvSpPr>
        <p:spPr>
          <a:xfrm>
            <a:off x="252425" y="2015900"/>
            <a:ext cx="3080100" cy="2875200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CA"/>
          </a:p>
        </p:txBody>
      </p:sp>
      <p:sp>
        <p:nvSpPr>
          <p:cNvPr id="271" name="Google Shape;271;p15"/>
          <p:cNvSpPr/>
          <p:nvPr/>
        </p:nvSpPr>
        <p:spPr>
          <a:xfrm>
            <a:off x="5673400" y="2267525"/>
            <a:ext cx="2935200" cy="2433900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Space Grotesk Medium"/>
              <a:ea typeface="Space Grotesk Medium"/>
              <a:cs typeface="Space Grotesk Medium"/>
              <a:sym typeface="Space Grotesk Medium"/>
            </a:endParaRPr>
          </a:p>
        </p:txBody>
      </p:sp>
      <p:sp>
        <p:nvSpPr>
          <p:cNvPr id="272" name="Google Shape;272;p15"/>
          <p:cNvSpPr>
            <a:spLocks noGrp="1"/>
          </p:cNvSpPr>
          <p:nvPr>
            <p:ph type="pic" idx="6"/>
          </p:nvPr>
        </p:nvSpPr>
        <p:spPr>
          <a:xfrm>
            <a:off x="4838963" y="1797550"/>
            <a:ext cx="1740900" cy="1191900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CA"/>
          </a:p>
        </p:txBody>
      </p:sp>
      <p:sp>
        <p:nvSpPr>
          <p:cNvPr id="273" name="Google Shape;273;p15"/>
          <p:cNvSpPr>
            <a:spLocks noGrp="1"/>
          </p:cNvSpPr>
          <p:nvPr>
            <p:ph type="pic" idx="7"/>
          </p:nvPr>
        </p:nvSpPr>
        <p:spPr>
          <a:xfrm>
            <a:off x="2991500" y="904174"/>
            <a:ext cx="1721700" cy="2475600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CA"/>
          </a:p>
        </p:txBody>
      </p:sp>
      <p:sp>
        <p:nvSpPr>
          <p:cNvPr id="274" name="Google Shape;274;p15"/>
          <p:cNvSpPr>
            <a:spLocks noGrp="1"/>
          </p:cNvSpPr>
          <p:nvPr>
            <p:ph type="pic" idx="8"/>
          </p:nvPr>
        </p:nvSpPr>
        <p:spPr>
          <a:xfrm>
            <a:off x="4848425" y="580600"/>
            <a:ext cx="1721700" cy="1048200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CA"/>
          </a:p>
        </p:txBody>
      </p:sp>
      <p:sp>
        <p:nvSpPr>
          <p:cNvPr id="275" name="Google Shape;275;p15"/>
          <p:cNvSpPr txBox="1">
            <a:spLocks noGrp="1"/>
          </p:cNvSpPr>
          <p:nvPr>
            <p:ph type="subTitle" idx="1"/>
          </p:nvPr>
        </p:nvSpPr>
        <p:spPr>
          <a:xfrm>
            <a:off x="252600" y="743700"/>
            <a:ext cx="2675700" cy="1029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None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 Medium"/>
              <a:buNone/>
              <a:defRPr sz="1500">
                <a:latin typeface="Space Grotesk Medium"/>
                <a:ea typeface="Space Grotesk Medium"/>
                <a:cs typeface="Space Grotesk Medium"/>
                <a:sym typeface="Space Grotesk Medium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 Medium"/>
              <a:buNone/>
              <a:defRPr sz="1500">
                <a:latin typeface="Space Grotesk Medium"/>
                <a:ea typeface="Space Grotesk Medium"/>
                <a:cs typeface="Space Grotesk Medium"/>
                <a:sym typeface="Space Grotesk Medium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 Medium"/>
              <a:buNone/>
              <a:defRPr sz="1500">
                <a:latin typeface="Space Grotesk Medium"/>
                <a:ea typeface="Space Grotesk Medium"/>
                <a:cs typeface="Space Grotesk Medium"/>
                <a:sym typeface="Space Grotesk Medium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 Medium"/>
              <a:buNone/>
              <a:defRPr sz="1500">
                <a:latin typeface="Space Grotesk Medium"/>
                <a:ea typeface="Space Grotesk Medium"/>
                <a:cs typeface="Space Grotesk Medium"/>
                <a:sym typeface="Space Grotesk Medium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 Medium"/>
              <a:buNone/>
              <a:defRPr sz="1500">
                <a:latin typeface="Space Grotesk Medium"/>
                <a:ea typeface="Space Grotesk Medium"/>
                <a:cs typeface="Space Grotesk Medium"/>
                <a:sym typeface="Space Grotesk Medium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 Medium"/>
              <a:buNone/>
              <a:defRPr sz="1500">
                <a:latin typeface="Space Grotesk Medium"/>
                <a:ea typeface="Space Grotesk Medium"/>
                <a:cs typeface="Space Grotesk Medium"/>
                <a:sym typeface="Space Grotesk Medium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 Medium"/>
              <a:buNone/>
              <a:defRPr sz="1500">
                <a:latin typeface="Space Grotesk Medium"/>
                <a:ea typeface="Space Grotesk Medium"/>
                <a:cs typeface="Space Grotesk Medium"/>
                <a:sym typeface="Space Grotesk Medium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 Medium"/>
              <a:buNone/>
              <a:defRPr sz="1500">
                <a:latin typeface="Space Grotesk Medium"/>
                <a:ea typeface="Space Grotesk Medium"/>
                <a:cs typeface="Space Grotesk Medium"/>
                <a:sym typeface="Space Grotesk Medium"/>
              </a:defRPr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468">
          <p15:clr>
            <a:srgbClr val="E46962"/>
          </p15:clr>
        </p15:guide>
        <p15:guide id="2" orient="horz" pos="468">
          <p15:clr>
            <a:srgbClr val="E46962"/>
          </p15:clr>
        </p15:guide>
        <p15:guide id="3" pos="5601">
          <p15:clr>
            <a:srgbClr val="E46962"/>
          </p15:clr>
        </p15:guide>
        <p15:guide id="4" orient="horz" pos="3081">
          <p15:clr>
            <a:srgbClr val="E46962"/>
          </p15:clr>
        </p15:guide>
        <p15:guide id="5" orient="horz" pos="2772">
          <p15:clr>
            <a:srgbClr val="E46962"/>
          </p15:clr>
        </p15:guide>
        <p15:guide id="6" pos="5292">
          <p15:clr>
            <a:srgbClr val="E46962"/>
          </p15:clr>
        </p15:guide>
        <p15:guide id="7" pos="159">
          <p15:clr>
            <a:srgbClr val="E46962"/>
          </p15:clr>
        </p15:guide>
        <p15:guide id="8" orient="horz" pos="159">
          <p15:clr>
            <a:srgbClr val="E46962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Links">
  <p:cSld name="BLANK_1_1_1_1_1_1_1_1_1_1_1_3">
    <p:spTree>
      <p:nvGrpSpPr>
        <p:cNvPr id="1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16"/>
          <p:cNvSpPr txBox="1">
            <a:spLocks noGrp="1"/>
          </p:cNvSpPr>
          <p:nvPr>
            <p:ph type="title"/>
          </p:nvPr>
        </p:nvSpPr>
        <p:spPr>
          <a:xfrm>
            <a:off x="242375" y="530828"/>
            <a:ext cx="3576600" cy="3789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Space Grotesk"/>
                <a:ea typeface="Space Grotesk"/>
                <a:cs typeface="Space Grotesk"/>
                <a:sym typeface="Space Grotesk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Space Grotesk"/>
                <a:ea typeface="Space Grotesk"/>
                <a:cs typeface="Space Grotesk"/>
                <a:sym typeface="Space Grotesk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Space Grotesk"/>
                <a:ea typeface="Space Grotesk"/>
                <a:cs typeface="Space Grotesk"/>
                <a:sym typeface="Space Grotesk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Space Grotesk"/>
                <a:ea typeface="Space Grotesk"/>
                <a:cs typeface="Space Grotesk"/>
                <a:sym typeface="Space Grotesk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Space Grotesk"/>
                <a:ea typeface="Space Grotesk"/>
                <a:cs typeface="Space Grotesk"/>
                <a:sym typeface="Space Grotesk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Space Grotesk"/>
                <a:ea typeface="Space Grotesk"/>
                <a:cs typeface="Space Grotesk"/>
                <a:sym typeface="Space Grotesk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Space Grotesk"/>
                <a:ea typeface="Space Grotesk"/>
                <a:cs typeface="Space Grotesk"/>
                <a:sym typeface="Space Grotesk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Space Grotesk"/>
                <a:ea typeface="Space Grotesk"/>
                <a:cs typeface="Space Grotesk"/>
                <a:sym typeface="Space Grotesk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Space Grotesk"/>
                <a:ea typeface="Space Grotesk"/>
                <a:cs typeface="Space Grotesk"/>
                <a:sym typeface="Space Grotesk"/>
              </a:defRPr>
            </a:lvl9pPr>
          </a:lstStyle>
          <a:p>
            <a:endParaRPr/>
          </a:p>
        </p:txBody>
      </p:sp>
      <p:sp>
        <p:nvSpPr>
          <p:cNvPr id="278" name="Google Shape;278;p16"/>
          <p:cNvSpPr txBox="1">
            <a:spLocks noGrp="1"/>
          </p:cNvSpPr>
          <p:nvPr>
            <p:ph type="title" idx="2"/>
          </p:nvPr>
        </p:nvSpPr>
        <p:spPr>
          <a:xfrm>
            <a:off x="236891" y="203879"/>
            <a:ext cx="6480300" cy="2124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 sz="15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>
                <a:latin typeface="Space Grotesk"/>
                <a:ea typeface="Space Grotesk"/>
                <a:cs typeface="Space Grotesk"/>
                <a:sym typeface="Space Grotesk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>
                <a:latin typeface="Space Grotesk"/>
                <a:ea typeface="Space Grotesk"/>
                <a:cs typeface="Space Grotesk"/>
                <a:sym typeface="Space Grotesk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>
                <a:latin typeface="Space Grotesk"/>
                <a:ea typeface="Space Grotesk"/>
                <a:cs typeface="Space Grotesk"/>
                <a:sym typeface="Space Grotesk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>
                <a:latin typeface="Space Grotesk"/>
                <a:ea typeface="Space Grotesk"/>
                <a:cs typeface="Space Grotesk"/>
                <a:sym typeface="Space Grotesk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>
                <a:latin typeface="Space Grotesk"/>
                <a:ea typeface="Space Grotesk"/>
                <a:cs typeface="Space Grotesk"/>
                <a:sym typeface="Space Grotesk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>
                <a:latin typeface="Space Grotesk"/>
                <a:ea typeface="Space Grotesk"/>
                <a:cs typeface="Space Grotesk"/>
                <a:sym typeface="Space Grotesk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>
                <a:latin typeface="Space Grotesk"/>
                <a:ea typeface="Space Grotesk"/>
                <a:cs typeface="Space Grotesk"/>
                <a:sym typeface="Space Grotesk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>
                <a:latin typeface="Space Grotesk"/>
                <a:ea typeface="Space Grotesk"/>
                <a:cs typeface="Space Grotesk"/>
                <a:sym typeface="Space Grotesk"/>
              </a:defRPr>
            </a:lvl9pPr>
          </a:lstStyle>
          <a:p>
            <a:endParaRPr/>
          </a:p>
        </p:txBody>
      </p:sp>
      <p:grpSp>
        <p:nvGrpSpPr>
          <p:cNvPr id="279" name="Google Shape;279;p16"/>
          <p:cNvGrpSpPr/>
          <p:nvPr/>
        </p:nvGrpSpPr>
        <p:grpSpPr>
          <a:xfrm>
            <a:off x="-7338" y="1654487"/>
            <a:ext cx="9150854" cy="3491662"/>
            <a:chOff x="7059712" y="1295828"/>
            <a:chExt cx="2075400" cy="3601137"/>
          </a:xfrm>
        </p:grpSpPr>
        <p:sp>
          <p:nvSpPr>
            <p:cNvPr id="280" name="Google Shape;280;p16"/>
            <p:cNvSpPr/>
            <p:nvPr/>
          </p:nvSpPr>
          <p:spPr>
            <a:xfrm rot="-5400000">
              <a:off x="8683846" y="1589228"/>
              <a:ext cx="744600" cy="1578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  <p:sp>
          <p:nvSpPr>
            <p:cNvPr id="281" name="Google Shape;281;p16"/>
            <p:cNvSpPr/>
            <p:nvPr/>
          </p:nvSpPr>
          <p:spPr>
            <a:xfrm rot="-5400000">
              <a:off x="7635137" y="2417525"/>
              <a:ext cx="511500" cy="16602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  <p:sp>
          <p:nvSpPr>
            <p:cNvPr id="282" name="Google Shape;282;p16"/>
            <p:cNvSpPr/>
            <p:nvPr/>
          </p:nvSpPr>
          <p:spPr>
            <a:xfrm>
              <a:off x="7061153" y="2040415"/>
              <a:ext cx="1919400" cy="10524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  <p:sp>
          <p:nvSpPr>
            <p:cNvPr id="283" name="Google Shape;283;p16"/>
            <p:cNvSpPr/>
            <p:nvPr/>
          </p:nvSpPr>
          <p:spPr>
            <a:xfrm rot="-5400000">
              <a:off x="7624952" y="3629915"/>
              <a:ext cx="703500" cy="18306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  <p:sp>
          <p:nvSpPr>
            <p:cNvPr id="284" name="Google Shape;284;p16"/>
            <p:cNvSpPr/>
            <p:nvPr/>
          </p:nvSpPr>
          <p:spPr>
            <a:xfrm rot="-5400000">
              <a:off x="7696912" y="2785540"/>
              <a:ext cx="801000" cy="20754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</p:grpSp>
      <p:sp>
        <p:nvSpPr>
          <p:cNvPr id="285" name="Google Shape;285;p16"/>
          <p:cNvSpPr txBox="1">
            <a:spLocks noGrp="1"/>
          </p:cNvSpPr>
          <p:nvPr>
            <p:ph type="subTitle" idx="1"/>
          </p:nvPr>
        </p:nvSpPr>
        <p:spPr>
          <a:xfrm>
            <a:off x="246850" y="2620050"/>
            <a:ext cx="6911700" cy="22710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 Medium"/>
              <a:buNone/>
              <a:defRPr sz="1500" u="sng">
                <a:highlight>
                  <a:schemeClr val="accent5"/>
                </a:highlight>
                <a:latin typeface="Space Grotesk Medium"/>
                <a:ea typeface="Space Grotesk Medium"/>
                <a:cs typeface="Space Grotesk Medium"/>
                <a:sym typeface="Space Grotesk Medium"/>
              </a:defRPr>
            </a:lvl1pPr>
            <a:lvl2pPr lvl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 Medium"/>
              <a:buNone/>
              <a:defRPr sz="1500" u="sng">
                <a:highlight>
                  <a:schemeClr val="accent5"/>
                </a:highlight>
                <a:latin typeface="Space Grotesk Medium"/>
                <a:ea typeface="Space Grotesk Medium"/>
                <a:cs typeface="Space Grotesk Medium"/>
                <a:sym typeface="Space Grotesk Medium"/>
              </a:defRPr>
            </a:lvl2pPr>
            <a:lvl3pPr lvl="2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 Medium"/>
              <a:buNone/>
              <a:defRPr sz="1500" u="sng">
                <a:highlight>
                  <a:schemeClr val="accent5"/>
                </a:highlight>
                <a:latin typeface="Space Grotesk Medium"/>
                <a:ea typeface="Space Grotesk Medium"/>
                <a:cs typeface="Space Grotesk Medium"/>
                <a:sym typeface="Space Grotesk Medium"/>
              </a:defRPr>
            </a:lvl3pPr>
            <a:lvl4pPr lvl="3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 Medium"/>
              <a:buNone/>
              <a:defRPr sz="1500" u="sng">
                <a:highlight>
                  <a:schemeClr val="accent5"/>
                </a:highlight>
                <a:latin typeface="Space Grotesk Medium"/>
                <a:ea typeface="Space Grotesk Medium"/>
                <a:cs typeface="Space Grotesk Medium"/>
                <a:sym typeface="Space Grotesk Medium"/>
              </a:defRPr>
            </a:lvl4pPr>
            <a:lvl5pPr lvl="4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 Medium"/>
              <a:buNone/>
              <a:defRPr sz="1500" u="sng">
                <a:highlight>
                  <a:schemeClr val="accent5"/>
                </a:highlight>
                <a:latin typeface="Space Grotesk Medium"/>
                <a:ea typeface="Space Grotesk Medium"/>
                <a:cs typeface="Space Grotesk Medium"/>
                <a:sym typeface="Space Grotesk Medium"/>
              </a:defRPr>
            </a:lvl5pPr>
            <a:lvl6pPr lvl="5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 Medium"/>
              <a:buNone/>
              <a:defRPr sz="1500" u="sng">
                <a:highlight>
                  <a:schemeClr val="accent5"/>
                </a:highlight>
                <a:latin typeface="Space Grotesk Medium"/>
                <a:ea typeface="Space Grotesk Medium"/>
                <a:cs typeface="Space Grotesk Medium"/>
                <a:sym typeface="Space Grotesk Medium"/>
              </a:defRPr>
            </a:lvl6pPr>
            <a:lvl7pPr lvl="6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 Medium"/>
              <a:buNone/>
              <a:defRPr sz="1500" u="sng">
                <a:highlight>
                  <a:schemeClr val="accent5"/>
                </a:highlight>
                <a:latin typeface="Space Grotesk Medium"/>
                <a:ea typeface="Space Grotesk Medium"/>
                <a:cs typeface="Space Grotesk Medium"/>
                <a:sym typeface="Space Grotesk Medium"/>
              </a:defRPr>
            </a:lvl7pPr>
            <a:lvl8pPr lvl="7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 Medium"/>
              <a:buNone/>
              <a:defRPr sz="1500" u="sng">
                <a:highlight>
                  <a:schemeClr val="accent5"/>
                </a:highlight>
                <a:latin typeface="Space Grotesk Medium"/>
                <a:ea typeface="Space Grotesk Medium"/>
                <a:cs typeface="Space Grotesk Medium"/>
                <a:sym typeface="Space Grotesk Medium"/>
              </a:defRPr>
            </a:lvl8pPr>
            <a:lvl9pPr lvl="8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 Medium"/>
              <a:buNone/>
              <a:defRPr sz="1500" u="sng">
                <a:highlight>
                  <a:schemeClr val="accent5"/>
                </a:highlight>
                <a:latin typeface="Space Grotesk Medium"/>
                <a:ea typeface="Space Grotesk Medium"/>
                <a:cs typeface="Space Grotesk Medium"/>
                <a:sym typeface="Space Grotesk Medium"/>
              </a:defRPr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68">
          <p15:clr>
            <a:srgbClr val="E46962"/>
          </p15:clr>
        </p15:guide>
        <p15:guide id="2" orient="horz" pos="3081">
          <p15:clr>
            <a:srgbClr val="E46962"/>
          </p15:clr>
        </p15:guide>
        <p15:guide id="3" pos="454">
          <p15:clr>
            <a:srgbClr val="E46962"/>
          </p15:clr>
        </p15:guide>
        <p15:guide id="4" pos="5601">
          <p15:clr>
            <a:srgbClr val="E46962"/>
          </p15:clr>
        </p15:guide>
        <p15:guide id="5" pos="5292">
          <p15:clr>
            <a:srgbClr val="E46962"/>
          </p15:clr>
        </p15:guide>
        <p15:guide id="6" pos="159">
          <p15:clr>
            <a:srgbClr val="E46962"/>
          </p15:clr>
        </p15:guide>
        <p15:guide id="7" orient="horz" pos="159">
          <p15:clr>
            <a:srgbClr val="E46962"/>
          </p15:clr>
        </p15:guide>
        <p15:guide id="8" orient="horz" pos="2772">
          <p15:clr>
            <a:srgbClr val="E46962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act List">
  <p:cSld name="BLANK_1_1_1_1_1_1_1_1_1_1_1_2">
    <p:spTree>
      <p:nvGrpSpPr>
        <p:cNvPr id="1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7" name="Google Shape;287;p17"/>
          <p:cNvPicPr preferRelativeResize="0"/>
          <p:nvPr/>
        </p:nvPicPr>
        <p:blipFill rotWithShape="1">
          <a:blip r:embed="rId2">
            <a:alphaModFix/>
          </a:blip>
          <a:srcRect l="72419" t="25661" b="48373"/>
          <a:stretch/>
        </p:blipFill>
        <p:spPr>
          <a:xfrm>
            <a:off x="8451297" y="282525"/>
            <a:ext cx="305451" cy="287577"/>
          </a:xfrm>
          <a:prstGeom prst="rect">
            <a:avLst/>
          </a:prstGeom>
          <a:noFill/>
          <a:ln>
            <a:noFill/>
          </a:ln>
        </p:spPr>
      </p:pic>
      <p:sp>
        <p:nvSpPr>
          <p:cNvPr id="288" name="Google Shape;288;p17"/>
          <p:cNvSpPr txBox="1">
            <a:spLocks noGrp="1"/>
          </p:cNvSpPr>
          <p:nvPr>
            <p:ph type="subTitle" idx="1"/>
          </p:nvPr>
        </p:nvSpPr>
        <p:spPr>
          <a:xfrm>
            <a:off x="246850" y="2493274"/>
            <a:ext cx="2781000" cy="354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"/>
              <a:buNone/>
              <a:defRPr sz="1500">
                <a:highlight>
                  <a:schemeClr val="accent2"/>
                </a:highlight>
              </a:defRPr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"/>
              <a:buNone/>
              <a:defRPr sz="1500"/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"/>
              <a:buNone/>
              <a:defRPr sz="1500"/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"/>
              <a:buNone/>
              <a:defRPr sz="1500"/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"/>
              <a:buNone/>
              <a:defRPr sz="1500"/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"/>
              <a:buNone/>
              <a:defRPr sz="1500"/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"/>
              <a:buNone/>
              <a:defRPr sz="1500"/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"/>
              <a:buNone/>
              <a:defRPr sz="1500"/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"/>
              <a:buNone/>
              <a:defRPr sz="1500"/>
            </a:lvl9pPr>
          </a:lstStyle>
          <a:p>
            <a:endParaRPr/>
          </a:p>
        </p:txBody>
      </p:sp>
      <p:sp>
        <p:nvSpPr>
          <p:cNvPr id="289" name="Google Shape;289;p17"/>
          <p:cNvSpPr txBox="1">
            <a:spLocks noGrp="1"/>
          </p:cNvSpPr>
          <p:nvPr>
            <p:ph type="subTitle" idx="2"/>
          </p:nvPr>
        </p:nvSpPr>
        <p:spPr>
          <a:xfrm>
            <a:off x="246850" y="2938475"/>
            <a:ext cx="2793000" cy="181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None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None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None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None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None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None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None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None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None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9pPr>
          </a:lstStyle>
          <a:p>
            <a:endParaRPr/>
          </a:p>
        </p:txBody>
      </p:sp>
      <p:sp>
        <p:nvSpPr>
          <p:cNvPr id="290" name="Google Shape;290;p17"/>
          <p:cNvSpPr txBox="1">
            <a:spLocks noGrp="1"/>
          </p:cNvSpPr>
          <p:nvPr>
            <p:ph type="subTitle" idx="3"/>
          </p:nvPr>
        </p:nvSpPr>
        <p:spPr>
          <a:xfrm>
            <a:off x="246850" y="3101490"/>
            <a:ext cx="2695800" cy="181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None/>
              <a:defRPr sz="1000"/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None/>
              <a:defRPr sz="1000"/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None/>
              <a:defRPr sz="1000"/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None/>
              <a:defRPr sz="1000"/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None/>
              <a:defRPr sz="1000"/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None/>
              <a:defRPr sz="1000"/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None/>
              <a:defRPr sz="1000"/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None/>
              <a:defRPr sz="1000"/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None/>
              <a:defRPr sz="1000"/>
            </a:lvl9pPr>
          </a:lstStyle>
          <a:p>
            <a:endParaRPr/>
          </a:p>
        </p:txBody>
      </p:sp>
      <p:sp>
        <p:nvSpPr>
          <p:cNvPr id="291" name="Google Shape;291;p17"/>
          <p:cNvSpPr txBox="1">
            <a:spLocks noGrp="1"/>
          </p:cNvSpPr>
          <p:nvPr>
            <p:ph type="subTitle" idx="4"/>
          </p:nvPr>
        </p:nvSpPr>
        <p:spPr>
          <a:xfrm>
            <a:off x="3135975" y="2493274"/>
            <a:ext cx="2781000" cy="354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"/>
              <a:buNone/>
              <a:defRPr sz="1500">
                <a:highlight>
                  <a:schemeClr val="accent4"/>
                </a:highlight>
              </a:defRPr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"/>
              <a:buNone/>
              <a:defRPr sz="1500">
                <a:highlight>
                  <a:schemeClr val="accent4"/>
                </a:highlight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"/>
              <a:buNone/>
              <a:defRPr sz="1500">
                <a:highlight>
                  <a:schemeClr val="accent4"/>
                </a:highlight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"/>
              <a:buNone/>
              <a:defRPr sz="1500">
                <a:highlight>
                  <a:schemeClr val="accent4"/>
                </a:highlight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"/>
              <a:buNone/>
              <a:defRPr sz="1500">
                <a:highlight>
                  <a:schemeClr val="accent4"/>
                </a:highlight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"/>
              <a:buNone/>
              <a:defRPr sz="1500">
                <a:highlight>
                  <a:schemeClr val="accent4"/>
                </a:highlight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"/>
              <a:buNone/>
              <a:defRPr sz="1500">
                <a:highlight>
                  <a:schemeClr val="accent4"/>
                </a:highlight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"/>
              <a:buNone/>
              <a:defRPr sz="1500">
                <a:highlight>
                  <a:schemeClr val="accent4"/>
                </a:highlight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"/>
              <a:buNone/>
              <a:defRPr sz="1500">
                <a:highlight>
                  <a:schemeClr val="accent4"/>
                </a:highlight>
              </a:defRPr>
            </a:lvl9pPr>
          </a:lstStyle>
          <a:p>
            <a:endParaRPr/>
          </a:p>
        </p:txBody>
      </p:sp>
      <p:sp>
        <p:nvSpPr>
          <p:cNvPr id="292" name="Google Shape;292;p17"/>
          <p:cNvSpPr txBox="1">
            <a:spLocks noGrp="1"/>
          </p:cNvSpPr>
          <p:nvPr>
            <p:ph type="subTitle" idx="5"/>
          </p:nvPr>
        </p:nvSpPr>
        <p:spPr>
          <a:xfrm>
            <a:off x="3135975" y="4097621"/>
            <a:ext cx="2781000" cy="354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"/>
              <a:buNone/>
              <a:defRPr sz="1500">
                <a:highlight>
                  <a:schemeClr val="accent5"/>
                </a:highlight>
              </a:defRPr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"/>
              <a:buNone/>
              <a:defRPr sz="1500"/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"/>
              <a:buNone/>
              <a:defRPr sz="1500"/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"/>
              <a:buNone/>
              <a:defRPr sz="1500"/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"/>
              <a:buNone/>
              <a:defRPr sz="1500"/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"/>
              <a:buNone/>
              <a:defRPr sz="1500"/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"/>
              <a:buNone/>
              <a:defRPr sz="1500"/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"/>
              <a:buNone/>
              <a:defRPr sz="1500"/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"/>
              <a:buNone/>
              <a:defRPr sz="1500"/>
            </a:lvl9pPr>
          </a:lstStyle>
          <a:p>
            <a:endParaRPr/>
          </a:p>
        </p:txBody>
      </p:sp>
      <p:sp>
        <p:nvSpPr>
          <p:cNvPr id="293" name="Google Shape;293;p17"/>
          <p:cNvSpPr txBox="1">
            <a:spLocks noGrp="1"/>
          </p:cNvSpPr>
          <p:nvPr>
            <p:ph type="title"/>
          </p:nvPr>
        </p:nvSpPr>
        <p:spPr>
          <a:xfrm>
            <a:off x="237641" y="203879"/>
            <a:ext cx="6480300" cy="2124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 sz="15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>
                <a:latin typeface="Arial"/>
                <a:ea typeface="Arial"/>
                <a:cs typeface="Arial"/>
                <a:sym typeface="Arial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>
                <a:latin typeface="Arial"/>
                <a:ea typeface="Arial"/>
                <a:cs typeface="Arial"/>
                <a:sym typeface="Arial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>
                <a:latin typeface="Arial"/>
                <a:ea typeface="Arial"/>
                <a:cs typeface="Arial"/>
                <a:sym typeface="Arial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>
                <a:latin typeface="Arial"/>
                <a:ea typeface="Arial"/>
                <a:cs typeface="Arial"/>
                <a:sym typeface="Arial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>
                <a:latin typeface="Arial"/>
                <a:ea typeface="Arial"/>
                <a:cs typeface="Arial"/>
                <a:sym typeface="Arial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>
                <a:latin typeface="Arial"/>
                <a:ea typeface="Arial"/>
                <a:cs typeface="Arial"/>
                <a:sym typeface="Arial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>
                <a:latin typeface="Arial"/>
                <a:ea typeface="Arial"/>
                <a:cs typeface="Arial"/>
                <a:sym typeface="Arial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94" name="Google Shape;294;p17"/>
          <p:cNvSpPr txBox="1">
            <a:spLocks noGrp="1"/>
          </p:cNvSpPr>
          <p:nvPr>
            <p:ph type="subTitle" idx="6"/>
          </p:nvPr>
        </p:nvSpPr>
        <p:spPr>
          <a:xfrm>
            <a:off x="246850" y="3513916"/>
            <a:ext cx="2793000" cy="181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None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None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None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None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None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None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None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None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None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9pPr>
          </a:lstStyle>
          <a:p>
            <a:endParaRPr/>
          </a:p>
        </p:txBody>
      </p:sp>
      <p:sp>
        <p:nvSpPr>
          <p:cNvPr id="295" name="Google Shape;295;p17"/>
          <p:cNvSpPr txBox="1">
            <a:spLocks noGrp="1"/>
          </p:cNvSpPr>
          <p:nvPr>
            <p:ph type="subTitle" idx="7"/>
          </p:nvPr>
        </p:nvSpPr>
        <p:spPr>
          <a:xfrm>
            <a:off x="246850" y="3676931"/>
            <a:ext cx="2695800" cy="181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None/>
              <a:defRPr sz="1000"/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None/>
              <a:defRPr sz="1000"/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None/>
              <a:defRPr sz="1000"/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None/>
              <a:defRPr sz="1000"/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None/>
              <a:defRPr sz="1000"/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None/>
              <a:defRPr sz="1000"/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None/>
              <a:defRPr sz="1000"/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None/>
              <a:defRPr sz="1000"/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None/>
              <a:defRPr sz="1000"/>
            </a:lvl9pPr>
          </a:lstStyle>
          <a:p>
            <a:endParaRPr/>
          </a:p>
        </p:txBody>
      </p:sp>
      <p:sp>
        <p:nvSpPr>
          <p:cNvPr id="296" name="Google Shape;296;p17"/>
          <p:cNvSpPr txBox="1">
            <a:spLocks noGrp="1"/>
          </p:cNvSpPr>
          <p:nvPr>
            <p:ph type="subTitle" idx="8"/>
          </p:nvPr>
        </p:nvSpPr>
        <p:spPr>
          <a:xfrm>
            <a:off x="246850" y="4098291"/>
            <a:ext cx="2793000" cy="181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None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None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None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None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None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None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None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None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None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9pPr>
          </a:lstStyle>
          <a:p>
            <a:endParaRPr/>
          </a:p>
        </p:txBody>
      </p:sp>
      <p:sp>
        <p:nvSpPr>
          <p:cNvPr id="297" name="Google Shape;297;p17"/>
          <p:cNvSpPr txBox="1">
            <a:spLocks noGrp="1"/>
          </p:cNvSpPr>
          <p:nvPr>
            <p:ph type="subTitle" idx="9"/>
          </p:nvPr>
        </p:nvSpPr>
        <p:spPr>
          <a:xfrm>
            <a:off x="246850" y="4261306"/>
            <a:ext cx="2695800" cy="181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None/>
              <a:defRPr sz="1000"/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None/>
              <a:defRPr sz="1000"/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None/>
              <a:defRPr sz="1000"/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None/>
              <a:defRPr sz="1000"/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None/>
              <a:defRPr sz="1000"/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None/>
              <a:defRPr sz="1000"/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None/>
              <a:defRPr sz="1000"/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None/>
              <a:defRPr sz="1000"/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None/>
              <a:defRPr sz="1000"/>
            </a:lvl9pPr>
          </a:lstStyle>
          <a:p>
            <a:endParaRPr/>
          </a:p>
        </p:txBody>
      </p:sp>
      <p:sp>
        <p:nvSpPr>
          <p:cNvPr id="298" name="Google Shape;298;p17"/>
          <p:cNvSpPr txBox="1">
            <a:spLocks noGrp="1"/>
          </p:cNvSpPr>
          <p:nvPr>
            <p:ph type="subTitle" idx="13"/>
          </p:nvPr>
        </p:nvSpPr>
        <p:spPr>
          <a:xfrm>
            <a:off x="3135975" y="2938475"/>
            <a:ext cx="2793000" cy="181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None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None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None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None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None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None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None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None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None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9pPr>
          </a:lstStyle>
          <a:p>
            <a:endParaRPr/>
          </a:p>
        </p:txBody>
      </p:sp>
      <p:sp>
        <p:nvSpPr>
          <p:cNvPr id="299" name="Google Shape;299;p17"/>
          <p:cNvSpPr txBox="1">
            <a:spLocks noGrp="1"/>
          </p:cNvSpPr>
          <p:nvPr>
            <p:ph type="subTitle" idx="14"/>
          </p:nvPr>
        </p:nvSpPr>
        <p:spPr>
          <a:xfrm>
            <a:off x="3135975" y="3101490"/>
            <a:ext cx="2695800" cy="181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None/>
              <a:defRPr sz="1000"/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None/>
              <a:defRPr sz="1000"/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None/>
              <a:defRPr sz="1000"/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None/>
              <a:defRPr sz="1000"/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None/>
              <a:defRPr sz="1000"/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None/>
              <a:defRPr sz="1000"/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None/>
              <a:defRPr sz="1000"/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None/>
              <a:defRPr sz="1000"/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None/>
              <a:defRPr sz="1000"/>
            </a:lvl9pPr>
          </a:lstStyle>
          <a:p>
            <a:endParaRPr/>
          </a:p>
        </p:txBody>
      </p:sp>
      <p:sp>
        <p:nvSpPr>
          <p:cNvPr id="300" name="Google Shape;300;p17"/>
          <p:cNvSpPr txBox="1">
            <a:spLocks noGrp="1"/>
          </p:cNvSpPr>
          <p:nvPr>
            <p:ph type="subTitle" idx="15"/>
          </p:nvPr>
        </p:nvSpPr>
        <p:spPr>
          <a:xfrm>
            <a:off x="3135975" y="3513916"/>
            <a:ext cx="2793000" cy="181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None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None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None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None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None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None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None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None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None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9pPr>
          </a:lstStyle>
          <a:p>
            <a:endParaRPr/>
          </a:p>
        </p:txBody>
      </p:sp>
      <p:sp>
        <p:nvSpPr>
          <p:cNvPr id="301" name="Google Shape;301;p17"/>
          <p:cNvSpPr txBox="1">
            <a:spLocks noGrp="1"/>
          </p:cNvSpPr>
          <p:nvPr>
            <p:ph type="subTitle" idx="16"/>
          </p:nvPr>
        </p:nvSpPr>
        <p:spPr>
          <a:xfrm>
            <a:off x="3135975" y="3676931"/>
            <a:ext cx="2695800" cy="181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None/>
              <a:defRPr sz="1000"/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None/>
              <a:defRPr sz="1000"/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None/>
              <a:defRPr sz="1000"/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None/>
              <a:defRPr sz="1000"/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None/>
              <a:defRPr sz="1000"/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None/>
              <a:defRPr sz="1000"/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None/>
              <a:defRPr sz="1000"/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None/>
              <a:defRPr sz="1000"/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None/>
              <a:defRPr sz="1000"/>
            </a:lvl9pPr>
          </a:lstStyle>
          <a:p>
            <a:endParaRPr/>
          </a:p>
        </p:txBody>
      </p:sp>
      <p:sp>
        <p:nvSpPr>
          <p:cNvPr id="302" name="Google Shape;302;p17"/>
          <p:cNvSpPr txBox="1">
            <a:spLocks noGrp="1"/>
          </p:cNvSpPr>
          <p:nvPr>
            <p:ph type="subTitle" idx="17"/>
          </p:nvPr>
        </p:nvSpPr>
        <p:spPr>
          <a:xfrm>
            <a:off x="3135975" y="4546391"/>
            <a:ext cx="2793000" cy="181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None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None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None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None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None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None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None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None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None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9pPr>
          </a:lstStyle>
          <a:p>
            <a:endParaRPr/>
          </a:p>
        </p:txBody>
      </p:sp>
      <p:sp>
        <p:nvSpPr>
          <p:cNvPr id="303" name="Google Shape;303;p17"/>
          <p:cNvSpPr txBox="1">
            <a:spLocks noGrp="1"/>
          </p:cNvSpPr>
          <p:nvPr>
            <p:ph type="subTitle" idx="18"/>
          </p:nvPr>
        </p:nvSpPr>
        <p:spPr>
          <a:xfrm>
            <a:off x="3135975" y="4709406"/>
            <a:ext cx="2695800" cy="181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None/>
              <a:defRPr sz="1000"/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None/>
              <a:defRPr sz="1000"/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None/>
              <a:defRPr sz="1000"/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None/>
              <a:defRPr sz="1000"/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None/>
              <a:defRPr sz="1000"/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None/>
              <a:defRPr sz="1000"/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None/>
              <a:defRPr sz="1000"/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None/>
              <a:defRPr sz="1000"/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None/>
              <a:defRPr sz="1000"/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68">
          <p15:clr>
            <a:srgbClr val="E46962"/>
          </p15:clr>
        </p15:guide>
        <p15:guide id="2" orient="horz" pos="3081">
          <p15:clr>
            <a:srgbClr val="E46962"/>
          </p15:clr>
        </p15:guide>
        <p15:guide id="3" pos="454">
          <p15:clr>
            <a:srgbClr val="E46962"/>
          </p15:clr>
        </p15:guide>
        <p15:guide id="4" pos="5601">
          <p15:clr>
            <a:srgbClr val="E46962"/>
          </p15:clr>
        </p15:guide>
        <p15:guide id="5" pos="5292">
          <p15:clr>
            <a:srgbClr val="E46962"/>
          </p15:clr>
        </p15:guide>
        <p15:guide id="6" pos="159">
          <p15:clr>
            <a:srgbClr val="E46962"/>
          </p15:clr>
        </p15:guide>
        <p15:guide id="7" orient="horz" pos="159">
          <p15:clr>
            <a:srgbClr val="E46962"/>
          </p15:clr>
        </p15:guide>
        <p15:guide id="8" orient="horz" pos="2772">
          <p15:clr>
            <a:srgbClr val="E46962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ext Steps">
  <p:cSld name="BLANK_1_1_1_1_1_1_1_1_1_1_1_1_1_1_1_1_2_1_1"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5" name="Google Shape;305;p18"/>
          <p:cNvGrpSpPr/>
          <p:nvPr/>
        </p:nvGrpSpPr>
        <p:grpSpPr>
          <a:xfrm>
            <a:off x="3343784" y="3174433"/>
            <a:ext cx="4804343" cy="1969075"/>
            <a:chOff x="4110075" y="3174500"/>
            <a:chExt cx="4385125" cy="2181075"/>
          </a:xfrm>
        </p:grpSpPr>
        <p:sp>
          <p:nvSpPr>
            <p:cNvPr id="306" name="Google Shape;306;p18"/>
            <p:cNvSpPr/>
            <p:nvPr/>
          </p:nvSpPr>
          <p:spPr>
            <a:xfrm>
              <a:off x="5326300" y="4270475"/>
              <a:ext cx="3168900" cy="10851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307" name="Google Shape;307;p18"/>
            <p:cNvSpPr/>
            <p:nvPr/>
          </p:nvSpPr>
          <p:spPr>
            <a:xfrm>
              <a:off x="4707825" y="3698700"/>
              <a:ext cx="3168900" cy="10851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308" name="Google Shape;308;p18"/>
            <p:cNvSpPr/>
            <p:nvPr/>
          </p:nvSpPr>
          <p:spPr>
            <a:xfrm>
              <a:off x="4110075" y="3174500"/>
              <a:ext cx="3168900" cy="10851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</p:grpSp>
      <p:grpSp>
        <p:nvGrpSpPr>
          <p:cNvPr id="309" name="Google Shape;309;p18"/>
          <p:cNvGrpSpPr/>
          <p:nvPr/>
        </p:nvGrpSpPr>
        <p:grpSpPr>
          <a:xfrm>
            <a:off x="4340393" y="1752191"/>
            <a:ext cx="4804343" cy="1969075"/>
            <a:chOff x="4110075" y="3174500"/>
            <a:chExt cx="4385125" cy="2181075"/>
          </a:xfrm>
        </p:grpSpPr>
        <p:sp>
          <p:nvSpPr>
            <p:cNvPr id="310" name="Google Shape;310;p18"/>
            <p:cNvSpPr/>
            <p:nvPr/>
          </p:nvSpPr>
          <p:spPr>
            <a:xfrm>
              <a:off x="5326300" y="4270475"/>
              <a:ext cx="3168900" cy="10851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  <p:sp>
          <p:nvSpPr>
            <p:cNvPr id="311" name="Google Shape;311;p18"/>
            <p:cNvSpPr/>
            <p:nvPr/>
          </p:nvSpPr>
          <p:spPr>
            <a:xfrm>
              <a:off x="4707825" y="3698700"/>
              <a:ext cx="3168900" cy="10851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  <p:sp>
          <p:nvSpPr>
            <p:cNvPr id="312" name="Google Shape;312;p18"/>
            <p:cNvSpPr/>
            <p:nvPr/>
          </p:nvSpPr>
          <p:spPr>
            <a:xfrm>
              <a:off x="4110075" y="3174500"/>
              <a:ext cx="3168900" cy="10851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</p:grpSp>
      <p:grpSp>
        <p:nvGrpSpPr>
          <p:cNvPr id="313" name="Google Shape;313;p18"/>
          <p:cNvGrpSpPr/>
          <p:nvPr/>
        </p:nvGrpSpPr>
        <p:grpSpPr>
          <a:xfrm>
            <a:off x="4790942" y="0"/>
            <a:ext cx="4353074" cy="2254435"/>
            <a:chOff x="5469800" y="-26200"/>
            <a:chExt cx="3674100" cy="2368850"/>
          </a:xfrm>
        </p:grpSpPr>
        <p:sp>
          <p:nvSpPr>
            <p:cNvPr id="314" name="Google Shape;314;p18"/>
            <p:cNvSpPr/>
            <p:nvPr/>
          </p:nvSpPr>
          <p:spPr>
            <a:xfrm>
              <a:off x="5701100" y="1018750"/>
              <a:ext cx="3442800" cy="13239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  <p:sp>
          <p:nvSpPr>
            <p:cNvPr id="315" name="Google Shape;315;p18"/>
            <p:cNvSpPr/>
            <p:nvPr/>
          </p:nvSpPr>
          <p:spPr>
            <a:xfrm>
              <a:off x="5469800" y="-26200"/>
              <a:ext cx="3674100" cy="19446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</p:grpSp>
      <p:grpSp>
        <p:nvGrpSpPr>
          <p:cNvPr id="316" name="Google Shape;316;p18"/>
          <p:cNvGrpSpPr/>
          <p:nvPr/>
        </p:nvGrpSpPr>
        <p:grpSpPr>
          <a:xfrm>
            <a:off x="4340407" y="3174433"/>
            <a:ext cx="4804343" cy="1969075"/>
            <a:chOff x="4110075" y="3174500"/>
            <a:chExt cx="4385125" cy="2181075"/>
          </a:xfrm>
        </p:grpSpPr>
        <p:sp>
          <p:nvSpPr>
            <p:cNvPr id="317" name="Google Shape;317;p18"/>
            <p:cNvSpPr/>
            <p:nvPr/>
          </p:nvSpPr>
          <p:spPr>
            <a:xfrm>
              <a:off x="5326300" y="4270475"/>
              <a:ext cx="3168900" cy="10851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  <p:sp>
          <p:nvSpPr>
            <p:cNvPr id="318" name="Google Shape;318;p18"/>
            <p:cNvSpPr/>
            <p:nvPr/>
          </p:nvSpPr>
          <p:spPr>
            <a:xfrm>
              <a:off x="4707825" y="3698700"/>
              <a:ext cx="3168900" cy="10851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  <p:sp>
          <p:nvSpPr>
            <p:cNvPr id="319" name="Google Shape;319;p18"/>
            <p:cNvSpPr/>
            <p:nvPr/>
          </p:nvSpPr>
          <p:spPr>
            <a:xfrm>
              <a:off x="4110075" y="3174500"/>
              <a:ext cx="3168900" cy="10851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</p:grpSp>
      <p:sp>
        <p:nvSpPr>
          <p:cNvPr id="320" name="Google Shape;320;p18"/>
          <p:cNvSpPr txBox="1">
            <a:spLocks noGrp="1"/>
          </p:cNvSpPr>
          <p:nvPr>
            <p:ph type="subTitle" idx="1"/>
          </p:nvPr>
        </p:nvSpPr>
        <p:spPr>
          <a:xfrm>
            <a:off x="5619076" y="1752200"/>
            <a:ext cx="2247600" cy="5067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9pPr>
          </a:lstStyle>
          <a:p>
            <a:endParaRPr/>
          </a:p>
        </p:txBody>
      </p:sp>
      <p:sp>
        <p:nvSpPr>
          <p:cNvPr id="321" name="Google Shape;321;p18"/>
          <p:cNvSpPr txBox="1">
            <a:spLocks noGrp="1"/>
          </p:cNvSpPr>
          <p:nvPr>
            <p:ph type="subTitle" idx="2"/>
          </p:nvPr>
        </p:nvSpPr>
        <p:spPr>
          <a:xfrm>
            <a:off x="5619076" y="2971501"/>
            <a:ext cx="2291400" cy="4866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9pPr>
          </a:lstStyle>
          <a:p>
            <a:endParaRPr/>
          </a:p>
        </p:txBody>
      </p:sp>
      <p:sp>
        <p:nvSpPr>
          <p:cNvPr id="322" name="Google Shape;322;p18"/>
          <p:cNvSpPr txBox="1">
            <a:spLocks noGrp="1"/>
          </p:cNvSpPr>
          <p:nvPr>
            <p:ph type="subTitle" idx="3"/>
          </p:nvPr>
        </p:nvSpPr>
        <p:spPr>
          <a:xfrm>
            <a:off x="5619076" y="603850"/>
            <a:ext cx="2291400" cy="5067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9pPr>
          </a:lstStyle>
          <a:p>
            <a:endParaRPr/>
          </a:p>
        </p:txBody>
      </p:sp>
      <p:sp>
        <p:nvSpPr>
          <p:cNvPr id="323" name="Google Shape;323;p18"/>
          <p:cNvSpPr txBox="1">
            <a:spLocks noGrp="1"/>
          </p:cNvSpPr>
          <p:nvPr>
            <p:ph type="subTitle" idx="4"/>
          </p:nvPr>
        </p:nvSpPr>
        <p:spPr>
          <a:xfrm>
            <a:off x="5619076" y="2339999"/>
            <a:ext cx="2436300" cy="486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Space Grotesk Medium"/>
              <a:buNone/>
              <a:defRPr sz="1200">
                <a:latin typeface="Space Grotesk Medium"/>
                <a:ea typeface="Space Grotesk Medium"/>
                <a:cs typeface="Space Grotesk Medium"/>
                <a:sym typeface="Space Grotesk Medium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Space Grotesk Medium"/>
              <a:buNone/>
              <a:defRPr sz="1200">
                <a:latin typeface="Space Grotesk Medium"/>
                <a:ea typeface="Space Grotesk Medium"/>
                <a:cs typeface="Space Grotesk Medium"/>
                <a:sym typeface="Space Grotesk Medium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Space Grotesk Medium"/>
              <a:buNone/>
              <a:defRPr sz="1200">
                <a:latin typeface="Space Grotesk Medium"/>
                <a:ea typeface="Space Grotesk Medium"/>
                <a:cs typeface="Space Grotesk Medium"/>
                <a:sym typeface="Space Grotesk Medium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Space Grotesk Medium"/>
              <a:buNone/>
              <a:defRPr sz="1200">
                <a:latin typeface="Space Grotesk Medium"/>
                <a:ea typeface="Space Grotesk Medium"/>
                <a:cs typeface="Space Grotesk Medium"/>
                <a:sym typeface="Space Grotesk Medium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Space Grotesk Medium"/>
              <a:buNone/>
              <a:defRPr sz="1200">
                <a:latin typeface="Space Grotesk Medium"/>
                <a:ea typeface="Space Grotesk Medium"/>
                <a:cs typeface="Space Grotesk Medium"/>
                <a:sym typeface="Space Grotesk Medium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Space Grotesk Medium"/>
              <a:buNone/>
              <a:defRPr sz="1200">
                <a:latin typeface="Space Grotesk Medium"/>
                <a:ea typeface="Space Grotesk Medium"/>
                <a:cs typeface="Space Grotesk Medium"/>
                <a:sym typeface="Space Grotesk Medium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Space Grotesk Medium"/>
              <a:buNone/>
              <a:defRPr sz="1200">
                <a:latin typeface="Space Grotesk Medium"/>
                <a:ea typeface="Space Grotesk Medium"/>
                <a:cs typeface="Space Grotesk Medium"/>
                <a:sym typeface="Space Grotesk Medium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Space Grotesk Medium"/>
              <a:buNone/>
              <a:defRPr sz="1200">
                <a:latin typeface="Space Grotesk Medium"/>
                <a:ea typeface="Space Grotesk Medium"/>
                <a:cs typeface="Space Grotesk Medium"/>
                <a:sym typeface="Space Grotesk Medium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Space Grotesk Medium"/>
              <a:buNone/>
              <a:defRPr sz="1200">
                <a:latin typeface="Space Grotesk Medium"/>
                <a:ea typeface="Space Grotesk Medium"/>
                <a:cs typeface="Space Grotesk Medium"/>
                <a:sym typeface="Space Grotesk Medium"/>
              </a:defRPr>
            </a:lvl9pPr>
          </a:lstStyle>
          <a:p>
            <a:endParaRPr/>
          </a:p>
        </p:txBody>
      </p:sp>
      <p:sp>
        <p:nvSpPr>
          <p:cNvPr id="324" name="Google Shape;324;p18"/>
          <p:cNvSpPr txBox="1">
            <a:spLocks noGrp="1"/>
          </p:cNvSpPr>
          <p:nvPr>
            <p:ph type="subTitle" idx="5"/>
          </p:nvPr>
        </p:nvSpPr>
        <p:spPr>
          <a:xfrm>
            <a:off x="5619076" y="1179625"/>
            <a:ext cx="2436300" cy="486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Space Grotesk Medium"/>
              <a:buNone/>
              <a:defRPr sz="1200">
                <a:latin typeface="Space Grotesk Medium"/>
                <a:ea typeface="Space Grotesk Medium"/>
                <a:cs typeface="Space Grotesk Medium"/>
                <a:sym typeface="Space Grotesk Medium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Space Grotesk Medium"/>
              <a:buNone/>
              <a:defRPr sz="1200">
                <a:latin typeface="Space Grotesk Medium"/>
                <a:ea typeface="Space Grotesk Medium"/>
                <a:cs typeface="Space Grotesk Medium"/>
                <a:sym typeface="Space Grotesk Medium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Space Grotesk Medium"/>
              <a:buNone/>
              <a:defRPr sz="1200">
                <a:latin typeface="Space Grotesk Medium"/>
                <a:ea typeface="Space Grotesk Medium"/>
                <a:cs typeface="Space Grotesk Medium"/>
                <a:sym typeface="Space Grotesk Medium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Space Grotesk Medium"/>
              <a:buNone/>
              <a:defRPr sz="1200">
                <a:latin typeface="Space Grotesk Medium"/>
                <a:ea typeface="Space Grotesk Medium"/>
                <a:cs typeface="Space Grotesk Medium"/>
                <a:sym typeface="Space Grotesk Medium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Space Grotesk Medium"/>
              <a:buNone/>
              <a:defRPr sz="1200">
                <a:latin typeface="Space Grotesk Medium"/>
                <a:ea typeface="Space Grotesk Medium"/>
                <a:cs typeface="Space Grotesk Medium"/>
                <a:sym typeface="Space Grotesk Medium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Space Grotesk Medium"/>
              <a:buNone/>
              <a:defRPr sz="1200">
                <a:latin typeface="Space Grotesk Medium"/>
                <a:ea typeface="Space Grotesk Medium"/>
                <a:cs typeface="Space Grotesk Medium"/>
                <a:sym typeface="Space Grotesk Medium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Space Grotesk Medium"/>
              <a:buNone/>
              <a:defRPr sz="1200">
                <a:latin typeface="Space Grotesk Medium"/>
                <a:ea typeface="Space Grotesk Medium"/>
                <a:cs typeface="Space Grotesk Medium"/>
                <a:sym typeface="Space Grotesk Medium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Space Grotesk Medium"/>
              <a:buNone/>
              <a:defRPr sz="1200">
                <a:latin typeface="Space Grotesk Medium"/>
                <a:ea typeface="Space Grotesk Medium"/>
                <a:cs typeface="Space Grotesk Medium"/>
                <a:sym typeface="Space Grotesk Medium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Space Grotesk Medium"/>
              <a:buNone/>
              <a:defRPr sz="1200">
                <a:latin typeface="Space Grotesk Medium"/>
                <a:ea typeface="Space Grotesk Medium"/>
                <a:cs typeface="Space Grotesk Medium"/>
                <a:sym typeface="Space Grotesk Medium"/>
              </a:defRPr>
            </a:lvl9pPr>
          </a:lstStyle>
          <a:p>
            <a:endParaRPr/>
          </a:p>
        </p:txBody>
      </p:sp>
      <p:sp>
        <p:nvSpPr>
          <p:cNvPr id="325" name="Google Shape;325;p18"/>
          <p:cNvSpPr txBox="1">
            <a:spLocks noGrp="1"/>
          </p:cNvSpPr>
          <p:nvPr>
            <p:ph type="subTitle" idx="6"/>
          </p:nvPr>
        </p:nvSpPr>
        <p:spPr>
          <a:xfrm>
            <a:off x="5619076" y="3518350"/>
            <a:ext cx="2436300" cy="486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Space Grotesk Medium"/>
              <a:buNone/>
              <a:defRPr sz="1200">
                <a:latin typeface="Space Grotesk Medium"/>
                <a:ea typeface="Space Grotesk Medium"/>
                <a:cs typeface="Space Grotesk Medium"/>
                <a:sym typeface="Space Grotesk Medium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Space Grotesk Medium"/>
              <a:buNone/>
              <a:defRPr sz="1200">
                <a:latin typeface="Space Grotesk Medium"/>
                <a:ea typeface="Space Grotesk Medium"/>
                <a:cs typeface="Space Grotesk Medium"/>
                <a:sym typeface="Space Grotesk Medium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Space Grotesk Medium"/>
              <a:buNone/>
              <a:defRPr sz="1200">
                <a:latin typeface="Space Grotesk Medium"/>
                <a:ea typeface="Space Grotesk Medium"/>
                <a:cs typeface="Space Grotesk Medium"/>
                <a:sym typeface="Space Grotesk Medium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Space Grotesk Medium"/>
              <a:buNone/>
              <a:defRPr sz="1200">
                <a:latin typeface="Space Grotesk Medium"/>
                <a:ea typeface="Space Grotesk Medium"/>
                <a:cs typeface="Space Grotesk Medium"/>
                <a:sym typeface="Space Grotesk Medium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Space Grotesk Medium"/>
              <a:buNone/>
              <a:defRPr sz="1200">
                <a:latin typeface="Space Grotesk Medium"/>
                <a:ea typeface="Space Grotesk Medium"/>
                <a:cs typeface="Space Grotesk Medium"/>
                <a:sym typeface="Space Grotesk Medium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Space Grotesk Medium"/>
              <a:buNone/>
              <a:defRPr sz="1200">
                <a:latin typeface="Space Grotesk Medium"/>
                <a:ea typeface="Space Grotesk Medium"/>
                <a:cs typeface="Space Grotesk Medium"/>
                <a:sym typeface="Space Grotesk Medium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Space Grotesk Medium"/>
              <a:buNone/>
              <a:defRPr sz="1200">
                <a:latin typeface="Space Grotesk Medium"/>
                <a:ea typeface="Space Grotesk Medium"/>
                <a:cs typeface="Space Grotesk Medium"/>
                <a:sym typeface="Space Grotesk Medium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Space Grotesk Medium"/>
              <a:buNone/>
              <a:defRPr sz="1200">
                <a:latin typeface="Space Grotesk Medium"/>
                <a:ea typeface="Space Grotesk Medium"/>
                <a:cs typeface="Space Grotesk Medium"/>
                <a:sym typeface="Space Grotesk Medium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Space Grotesk Medium"/>
              <a:buNone/>
              <a:defRPr sz="1200">
                <a:latin typeface="Space Grotesk Medium"/>
                <a:ea typeface="Space Grotesk Medium"/>
                <a:cs typeface="Space Grotesk Medium"/>
                <a:sym typeface="Space Grotesk Medium"/>
              </a:defRPr>
            </a:lvl9pPr>
          </a:lstStyle>
          <a:p>
            <a:endParaRPr/>
          </a:p>
        </p:txBody>
      </p:sp>
      <p:sp>
        <p:nvSpPr>
          <p:cNvPr id="326" name="Google Shape;326;p18"/>
          <p:cNvSpPr txBox="1">
            <a:spLocks noGrp="1"/>
          </p:cNvSpPr>
          <p:nvPr>
            <p:ph type="title"/>
          </p:nvPr>
        </p:nvSpPr>
        <p:spPr>
          <a:xfrm>
            <a:off x="743700" y="743700"/>
            <a:ext cx="4686000" cy="1836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7700">
                <a:latin typeface="Space Grotesk"/>
                <a:ea typeface="Space Grotesk"/>
                <a:cs typeface="Space Grotesk"/>
                <a:sym typeface="Space Grotesk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9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9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9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9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9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9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9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900"/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468">
          <p15:clr>
            <a:srgbClr val="E46962"/>
          </p15:clr>
        </p15:guide>
        <p15:guide id="2" pos="5601">
          <p15:clr>
            <a:srgbClr val="E46962"/>
          </p15:clr>
        </p15:guide>
        <p15:guide id="3" orient="horz" pos="468">
          <p15:clr>
            <a:srgbClr val="E46962"/>
          </p15:clr>
        </p15:guide>
        <p15:guide id="4" orient="horz" pos="3081">
          <p15:clr>
            <a:srgbClr val="E46962"/>
          </p15:clr>
        </p15:guide>
        <p15:guide id="5" pos="5292">
          <p15:clr>
            <a:srgbClr val="E46962"/>
          </p15:clr>
        </p15:guide>
        <p15:guide id="6" pos="159">
          <p15:clr>
            <a:srgbClr val="E46962"/>
          </p15:clr>
        </p15:guide>
        <p15:guide id="7" orient="horz" pos="159">
          <p15:clr>
            <a:srgbClr val="E46962"/>
          </p15:clr>
        </p15:guide>
        <p15:guide id="8" orient="horz" pos="2772">
          <p15:clr>
            <a:srgbClr val="E46962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 - Alt 1">
  <p:cSld name="BLANK_1_1_1_1_1_1_2">
    <p:bg>
      <p:bgPr>
        <a:solidFill>
          <a:schemeClr val="accent2"/>
        </a:solidFill>
        <a:effectLst/>
      </p:bgPr>
    </p:bg>
    <p:spTree>
      <p:nvGrpSpPr>
        <p:cNvPr id="1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28" name="Google Shape;328;p19"/>
          <p:cNvGrpSpPr/>
          <p:nvPr/>
        </p:nvGrpSpPr>
        <p:grpSpPr>
          <a:xfrm>
            <a:off x="2337800" y="-3225"/>
            <a:ext cx="6806000" cy="5187625"/>
            <a:chOff x="2337800" y="-3225"/>
            <a:chExt cx="6806000" cy="5187625"/>
          </a:xfrm>
        </p:grpSpPr>
        <p:sp>
          <p:nvSpPr>
            <p:cNvPr id="329" name="Google Shape;329;p19"/>
            <p:cNvSpPr/>
            <p:nvPr/>
          </p:nvSpPr>
          <p:spPr>
            <a:xfrm>
              <a:off x="4521450" y="1439175"/>
              <a:ext cx="4018800" cy="9024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lt2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  <p:sp>
          <p:nvSpPr>
            <p:cNvPr id="330" name="Google Shape;330;p19"/>
            <p:cNvSpPr/>
            <p:nvPr/>
          </p:nvSpPr>
          <p:spPr>
            <a:xfrm>
              <a:off x="3555075" y="2289675"/>
              <a:ext cx="3597000" cy="14424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lt2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  <p:sp>
          <p:nvSpPr>
            <p:cNvPr id="331" name="Google Shape;331;p19"/>
            <p:cNvSpPr/>
            <p:nvPr/>
          </p:nvSpPr>
          <p:spPr>
            <a:xfrm>
              <a:off x="5626900" y="-3225"/>
              <a:ext cx="3516900" cy="18369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lt2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  <p:sp>
          <p:nvSpPr>
            <p:cNvPr id="332" name="Google Shape;332;p19"/>
            <p:cNvSpPr/>
            <p:nvPr/>
          </p:nvSpPr>
          <p:spPr>
            <a:xfrm>
              <a:off x="2337800" y="3695800"/>
              <a:ext cx="3597000" cy="14886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lt2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</p:grpSp>
      <p:sp>
        <p:nvSpPr>
          <p:cNvPr id="333" name="Google Shape;333;p19"/>
          <p:cNvSpPr txBox="1">
            <a:spLocks noGrp="1"/>
          </p:cNvSpPr>
          <p:nvPr>
            <p:ph type="title"/>
          </p:nvPr>
        </p:nvSpPr>
        <p:spPr>
          <a:xfrm>
            <a:off x="743700" y="743700"/>
            <a:ext cx="4299000" cy="17925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7700">
                <a:latin typeface="Space Grotesk"/>
                <a:ea typeface="Space Grotesk"/>
                <a:cs typeface="Space Grotesk"/>
                <a:sym typeface="Space Grotesk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9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9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9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9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9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9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9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900"/>
            </a:lvl9pPr>
          </a:lstStyle>
          <a:p>
            <a:endParaRPr/>
          </a:p>
        </p:txBody>
      </p:sp>
      <p:sp>
        <p:nvSpPr>
          <p:cNvPr id="334" name="Google Shape;334;p19"/>
          <p:cNvSpPr txBox="1">
            <a:spLocks noGrp="1"/>
          </p:cNvSpPr>
          <p:nvPr>
            <p:ph type="title" idx="2"/>
          </p:nvPr>
        </p:nvSpPr>
        <p:spPr>
          <a:xfrm>
            <a:off x="3872475" y="2694025"/>
            <a:ext cx="2962200" cy="1705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500"/>
              <a:buFont typeface="Space Grotesk Medium"/>
              <a:buNone/>
              <a:defRPr sz="1500"/>
            </a:lvl1pPr>
            <a:lvl2pPr lvl="1">
              <a:spcBef>
                <a:spcPts val="0"/>
              </a:spcBef>
              <a:spcAft>
                <a:spcPts val="0"/>
              </a:spcAft>
              <a:buSzPts val="1500"/>
              <a:buFont typeface="Space Grotesk Medium"/>
              <a:buNone/>
              <a:defRPr sz="1500"/>
            </a:lvl2pPr>
            <a:lvl3pPr lvl="2">
              <a:spcBef>
                <a:spcPts val="0"/>
              </a:spcBef>
              <a:spcAft>
                <a:spcPts val="0"/>
              </a:spcAft>
              <a:buSzPts val="1500"/>
              <a:buFont typeface="Space Grotesk Medium"/>
              <a:buNone/>
              <a:defRPr sz="1500"/>
            </a:lvl3pPr>
            <a:lvl4pPr lvl="3">
              <a:spcBef>
                <a:spcPts val="0"/>
              </a:spcBef>
              <a:spcAft>
                <a:spcPts val="0"/>
              </a:spcAft>
              <a:buSzPts val="1500"/>
              <a:buFont typeface="Space Grotesk Medium"/>
              <a:buNone/>
              <a:defRPr sz="1500"/>
            </a:lvl4pPr>
            <a:lvl5pPr lvl="4">
              <a:spcBef>
                <a:spcPts val="0"/>
              </a:spcBef>
              <a:spcAft>
                <a:spcPts val="0"/>
              </a:spcAft>
              <a:buSzPts val="1500"/>
              <a:buFont typeface="Space Grotesk Medium"/>
              <a:buNone/>
              <a:defRPr sz="1500"/>
            </a:lvl5pPr>
            <a:lvl6pPr lvl="5">
              <a:spcBef>
                <a:spcPts val="0"/>
              </a:spcBef>
              <a:spcAft>
                <a:spcPts val="0"/>
              </a:spcAft>
              <a:buSzPts val="1500"/>
              <a:buFont typeface="Space Grotesk Medium"/>
              <a:buNone/>
              <a:defRPr sz="1500"/>
            </a:lvl6pPr>
            <a:lvl7pPr lvl="6">
              <a:spcBef>
                <a:spcPts val="0"/>
              </a:spcBef>
              <a:spcAft>
                <a:spcPts val="0"/>
              </a:spcAft>
              <a:buSzPts val="1500"/>
              <a:buFont typeface="Space Grotesk Medium"/>
              <a:buNone/>
              <a:defRPr sz="1500"/>
            </a:lvl7pPr>
            <a:lvl8pPr lvl="7">
              <a:spcBef>
                <a:spcPts val="0"/>
              </a:spcBef>
              <a:spcAft>
                <a:spcPts val="0"/>
              </a:spcAft>
              <a:buSzPts val="1500"/>
              <a:buFont typeface="Space Grotesk Medium"/>
              <a:buNone/>
              <a:defRPr sz="1500"/>
            </a:lvl8pPr>
            <a:lvl9pPr lvl="8">
              <a:spcBef>
                <a:spcPts val="0"/>
              </a:spcBef>
              <a:spcAft>
                <a:spcPts val="0"/>
              </a:spcAft>
              <a:buSzPts val="1500"/>
              <a:buFont typeface="Space Grotesk Medium"/>
              <a:buNone/>
              <a:defRPr sz="1500"/>
            </a:lvl9pPr>
          </a:lstStyle>
          <a:p>
            <a:endParaRPr/>
          </a:p>
        </p:txBody>
      </p:sp>
      <p:pic>
        <p:nvPicPr>
          <p:cNvPr id="335" name="Google Shape;335;p19"/>
          <p:cNvPicPr preferRelativeResize="0"/>
          <p:nvPr/>
        </p:nvPicPr>
        <p:blipFill rotWithShape="1">
          <a:blip r:embed="rId2">
            <a:alphaModFix/>
          </a:blip>
          <a:srcRect l="8383" t="26262" r="59409" b="47660"/>
          <a:stretch/>
        </p:blipFill>
        <p:spPr>
          <a:xfrm>
            <a:off x="642782" y="4271023"/>
            <a:ext cx="201843" cy="163413"/>
          </a:xfrm>
          <a:prstGeom prst="rect">
            <a:avLst/>
          </a:prstGeom>
          <a:noFill/>
          <a:ln>
            <a:noFill/>
          </a:ln>
        </p:spPr>
      </p:pic>
      <p:pic>
        <p:nvPicPr>
          <p:cNvPr id="336" name="Google Shape;336;p19"/>
          <p:cNvPicPr preferRelativeResize="0"/>
          <p:nvPr/>
        </p:nvPicPr>
        <p:blipFill rotWithShape="1">
          <a:blip r:embed="rId2">
            <a:alphaModFix/>
          </a:blip>
          <a:srcRect l="8383" t="26262" r="59409" b="47660"/>
          <a:stretch/>
        </p:blipFill>
        <p:spPr>
          <a:xfrm>
            <a:off x="7688117" y="4164648"/>
            <a:ext cx="201843" cy="163413"/>
          </a:xfrm>
          <a:prstGeom prst="rect">
            <a:avLst/>
          </a:prstGeom>
          <a:noFill/>
          <a:ln>
            <a:noFill/>
          </a:ln>
        </p:spPr>
      </p:pic>
      <p:pic>
        <p:nvPicPr>
          <p:cNvPr id="337" name="Google Shape;337;p19"/>
          <p:cNvPicPr preferRelativeResize="0"/>
          <p:nvPr/>
        </p:nvPicPr>
        <p:blipFill rotWithShape="1">
          <a:blip r:embed="rId2">
            <a:alphaModFix/>
          </a:blip>
          <a:srcRect l="8383" t="26262" r="59409" b="47660"/>
          <a:stretch/>
        </p:blipFill>
        <p:spPr>
          <a:xfrm>
            <a:off x="7972601" y="3033048"/>
            <a:ext cx="201843" cy="163413"/>
          </a:xfrm>
          <a:prstGeom prst="rect">
            <a:avLst/>
          </a:prstGeom>
          <a:noFill/>
          <a:ln>
            <a:noFill/>
          </a:ln>
        </p:spPr>
      </p:pic>
      <p:pic>
        <p:nvPicPr>
          <p:cNvPr id="338" name="Google Shape;338;p19"/>
          <p:cNvPicPr preferRelativeResize="0"/>
          <p:nvPr/>
        </p:nvPicPr>
        <p:blipFill rotWithShape="1">
          <a:blip r:embed="rId2">
            <a:alphaModFix/>
          </a:blip>
          <a:srcRect l="8383" t="26262" r="59409" b="47660"/>
          <a:stretch/>
        </p:blipFill>
        <p:spPr>
          <a:xfrm>
            <a:off x="4521457" y="445923"/>
            <a:ext cx="201843" cy="163413"/>
          </a:xfrm>
          <a:prstGeom prst="rect">
            <a:avLst/>
          </a:prstGeom>
          <a:noFill/>
          <a:ln>
            <a:noFill/>
          </a:ln>
        </p:spPr>
      </p:pic>
      <p:pic>
        <p:nvPicPr>
          <p:cNvPr id="339" name="Google Shape;339;p19"/>
          <p:cNvPicPr preferRelativeResize="0"/>
          <p:nvPr/>
        </p:nvPicPr>
        <p:blipFill rotWithShape="1">
          <a:blip r:embed="rId3">
            <a:alphaModFix/>
          </a:blip>
          <a:srcRect l="6521" r="6521"/>
          <a:stretch/>
        </p:blipFill>
        <p:spPr>
          <a:xfrm>
            <a:off x="7284429" y="4399798"/>
            <a:ext cx="201844" cy="163413"/>
          </a:xfrm>
          <a:prstGeom prst="rect">
            <a:avLst/>
          </a:prstGeom>
          <a:noFill/>
          <a:ln>
            <a:noFill/>
          </a:ln>
        </p:spPr>
      </p:pic>
      <p:pic>
        <p:nvPicPr>
          <p:cNvPr id="340" name="Google Shape;340;p19"/>
          <p:cNvPicPr preferRelativeResize="0"/>
          <p:nvPr/>
        </p:nvPicPr>
        <p:blipFill rotWithShape="1">
          <a:blip r:embed="rId3">
            <a:alphaModFix/>
          </a:blip>
          <a:srcRect l="6521" r="6521"/>
          <a:stretch/>
        </p:blipFill>
        <p:spPr>
          <a:xfrm>
            <a:off x="3555079" y="1833673"/>
            <a:ext cx="201844" cy="163413"/>
          </a:xfrm>
          <a:prstGeom prst="rect">
            <a:avLst/>
          </a:prstGeom>
          <a:noFill/>
          <a:ln>
            <a:noFill/>
          </a:ln>
        </p:spPr>
      </p:pic>
      <p:pic>
        <p:nvPicPr>
          <p:cNvPr id="341" name="Google Shape;341;p19"/>
          <p:cNvPicPr preferRelativeResize="0"/>
          <p:nvPr/>
        </p:nvPicPr>
        <p:blipFill rotWithShape="1">
          <a:blip r:embed="rId4">
            <a:alphaModFix/>
          </a:blip>
          <a:srcRect l="6521" r="6521"/>
          <a:stretch/>
        </p:blipFill>
        <p:spPr>
          <a:xfrm>
            <a:off x="3171717" y="4206373"/>
            <a:ext cx="201844" cy="163413"/>
          </a:xfrm>
          <a:prstGeom prst="rect">
            <a:avLst/>
          </a:prstGeom>
          <a:noFill/>
          <a:ln>
            <a:noFill/>
          </a:ln>
        </p:spPr>
      </p:pic>
      <p:pic>
        <p:nvPicPr>
          <p:cNvPr id="342" name="Google Shape;342;p19"/>
          <p:cNvPicPr preferRelativeResize="0"/>
          <p:nvPr/>
        </p:nvPicPr>
        <p:blipFill rotWithShape="1">
          <a:blip r:embed="rId4">
            <a:alphaModFix/>
          </a:blip>
          <a:srcRect l="6521" r="6521"/>
          <a:stretch/>
        </p:blipFill>
        <p:spPr>
          <a:xfrm>
            <a:off x="6834679" y="504998"/>
            <a:ext cx="201844" cy="163413"/>
          </a:xfrm>
          <a:prstGeom prst="rect">
            <a:avLst/>
          </a:prstGeom>
          <a:noFill/>
          <a:ln>
            <a:noFill/>
          </a:ln>
        </p:spPr>
      </p:pic>
      <p:pic>
        <p:nvPicPr>
          <p:cNvPr id="343" name="Google Shape;343;p19"/>
          <p:cNvPicPr preferRelativeResize="0"/>
          <p:nvPr/>
        </p:nvPicPr>
        <p:blipFill rotWithShape="1">
          <a:blip r:embed="rId3">
            <a:alphaModFix/>
          </a:blip>
          <a:srcRect l="6521" r="6521"/>
          <a:stretch/>
        </p:blipFill>
        <p:spPr>
          <a:xfrm>
            <a:off x="1392254" y="3161673"/>
            <a:ext cx="201844" cy="163413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44" name="Google Shape;344;p19"/>
          <p:cNvGrpSpPr/>
          <p:nvPr/>
        </p:nvGrpSpPr>
        <p:grpSpPr>
          <a:xfrm>
            <a:off x="7517552" y="1728897"/>
            <a:ext cx="139297" cy="110523"/>
            <a:chOff x="2601950" y="1974675"/>
            <a:chExt cx="2474200" cy="1963100"/>
          </a:xfrm>
        </p:grpSpPr>
        <p:sp>
          <p:nvSpPr>
            <p:cNvPr id="345" name="Google Shape;345;p19"/>
            <p:cNvSpPr/>
            <p:nvPr/>
          </p:nvSpPr>
          <p:spPr>
            <a:xfrm>
              <a:off x="2601950" y="1974675"/>
              <a:ext cx="621475" cy="621475"/>
            </a:xfrm>
            <a:custGeom>
              <a:avLst/>
              <a:gdLst/>
              <a:ahLst/>
              <a:cxnLst/>
              <a:rect l="l" t="t" r="r" b="b"/>
              <a:pathLst>
                <a:path w="24859" h="24859" extrusionOk="0">
                  <a:moveTo>
                    <a:pt x="0" y="1"/>
                  </a:moveTo>
                  <a:lnTo>
                    <a:pt x="0" y="24859"/>
                  </a:lnTo>
                  <a:lnTo>
                    <a:pt x="24858" y="24859"/>
                  </a:lnTo>
                  <a:lnTo>
                    <a:pt x="24858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346" name="Google Shape;346;p19"/>
            <p:cNvSpPr/>
            <p:nvPr/>
          </p:nvSpPr>
          <p:spPr>
            <a:xfrm>
              <a:off x="4454675" y="1974675"/>
              <a:ext cx="621475" cy="621475"/>
            </a:xfrm>
            <a:custGeom>
              <a:avLst/>
              <a:gdLst/>
              <a:ahLst/>
              <a:cxnLst/>
              <a:rect l="l" t="t" r="r" b="b"/>
              <a:pathLst>
                <a:path w="24859" h="24859" extrusionOk="0">
                  <a:moveTo>
                    <a:pt x="0" y="1"/>
                  </a:moveTo>
                  <a:lnTo>
                    <a:pt x="0" y="24859"/>
                  </a:lnTo>
                  <a:lnTo>
                    <a:pt x="24858" y="24859"/>
                  </a:lnTo>
                  <a:lnTo>
                    <a:pt x="24858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347" name="Google Shape;347;p19"/>
            <p:cNvSpPr/>
            <p:nvPr/>
          </p:nvSpPr>
          <p:spPr>
            <a:xfrm>
              <a:off x="2601950" y="2903950"/>
              <a:ext cx="621475" cy="621475"/>
            </a:xfrm>
            <a:custGeom>
              <a:avLst/>
              <a:gdLst/>
              <a:ahLst/>
              <a:cxnLst/>
              <a:rect l="l" t="t" r="r" b="b"/>
              <a:pathLst>
                <a:path w="24859" h="24859" extrusionOk="0">
                  <a:moveTo>
                    <a:pt x="0" y="1"/>
                  </a:moveTo>
                  <a:lnTo>
                    <a:pt x="0" y="24858"/>
                  </a:lnTo>
                  <a:lnTo>
                    <a:pt x="24858" y="24858"/>
                  </a:lnTo>
                  <a:lnTo>
                    <a:pt x="24858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348" name="Google Shape;348;p19"/>
            <p:cNvSpPr/>
            <p:nvPr/>
          </p:nvSpPr>
          <p:spPr>
            <a:xfrm>
              <a:off x="2811025" y="3107225"/>
              <a:ext cx="615675" cy="615675"/>
            </a:xfrm>
            <a:custGeom>
              <a:avLst/>
              <a:gdLst/>
              <a:ahLst/>
              <a:cxnLst/>
              <a:rect l="l" t="t" r="r" b="b"/>
              <a:pathLst>
                <a:path w="24627" h="24627" extrusionOk="0">
                  <a:moveTo>
                    <a:pt x="1" y="1"/>
                  </a:moveTo>
                  <a:lnTo>
                    <a:pt x="1" y="24626"/>
                  </a:lnTo>
                  <a:lnTo>
                    <a:pt x="24626" y="24626"/>
                  </a:lnTo>
                  <a:lnTo>
                    <a:pt x="2462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349" name="Google Shape;349;p19"/>
            <p:cNvSpPr/>
            <p:nvPr/>
          </p:nvSpPr>
          <p:spPr>
            <a:xfrm>
              <a:off x="3008500" y="3316325"/>
              <a:ext cx="1759825" cy="621450"/>
            </a:xfrm>
            <a:custGeom>
              <a:avLst/>
              <a:gdLst/>
              <a:ahLst/>
              <a:cxnLst/>
              <a:rect l="l" t="t" r="r" b="b"/>
              <a:pathLst>
                <a:path w="70393" h="24858" extrusionOk="0">
                  <a:moveTo>
                    <a:pt x="0" y="0"/>
                  </a:moveTo>
                  <a:lnTo>
                    <a:pt x="0" y="24858"/>
                  </a:lnTo>
                  <a:lnTo>
                    <a:pt x="70392" y="24858"/>
                  </a:lnTo>
                  <a:lnTo>
                    <a:pt x="70392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350" name="Google Shape;350;p19"/>
            <p:cNvSpPr/>
            <p:nvPr/>
          </p:nvSpPr>
          <p:spPr>
            <a:xfrm>
              <a:off x="4251400" y="3107225"/>
              <a:ext cx="615650" cy="615675"/>
            </a:xfrm>
            <a:custGeom>
              <a:avLst/>
              <a:gdLst/>
              <a:ahLst/>
              <a:cxnLst/>
              <a:rect l="l" t="t" r="r" b="b"/>
              <a:pathLst>
                <a:path w="24626" h="24627" extrusionOk="0">
                  <a:moveTo>
                    <a:pt x="0" y="1"/>
                  </a:moveTo>
                  <a:lnTo>
                    <a:pt x="0" y="24626"/>
                  </a:lnTo>
                  <a:lnTo>
                    <a:pt x="24626" y="24626"/>
                  </a:lnTo>
                  <a:lnTo>
                    <a:pt x="2462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351" name="Google Shape;351;p19"/>
            <p:cNvSpPr/>
            <p:nvPr/>
          </p:nvSpPr>
          <p:spPr>
            <a:xfrm>
              <a:off x="4454675" y="2903950"/>
              <a:ext cx="621475" cy="621475"/>
            </a:xfrm>
            <a:custGeom>
              <a:avLst/>
              <a:gdLst/>
              <a:ahLst/>
              <a:cxnLst/>
              <a:rect l="l" t="t" r="r" b="b"/>
              <a:pathLst>
                <a:path w="24859" h="24859" extrusionOk="0">
                  <a:moveTo>
                    <a:pt x="0" y="1"/>
                  </a:moveTo>
                  <a:lnTo>
                    <a:pt x="0" y="24858"/>
                  </a:lnTo>
                  <a:lnTo>
                    <a:pt x="24858" y="24858"/>
                  </a:lnTo>
                  <a:lnTo>
                    <a:pt x="24858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</p:grp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468">
          <p15:clr>
            <a:srgbClr val="E46962"/>
          </p15:clr>
        </p15:guide>
        <p15:guide id="2" pos="5601">
          <p15:clr>
            <a:srgbClr val="E46962"/>
          </p15:clr>
        </p15:guide>
        <p15:guide id="3" orient="horz" pos="468">
          <p15:clr>
            <a:srgbClr val="E46962"/>
          </p15:clr>
        </p15:guide>
        <p15:guide id="4" orient="horz" pos="3081">
          <p15:clr>
            <a:srgbClr val="E46962"/>
          </p15:clr>
        </p15:guide>
        <p15:guide id="5" orient="horz" pos="2772">
          <p15:clr>
            <a:srgbClr val="E46962"/>
          </p15:clr>
        </p15:guide>
        <p15:guide id="6" orient="horz" pos="159">
          <p15:clr>
            <a:srgbClr val="E46962"/>
          </p15:clr>
        </p15:guide>
        <p15:guide id="7" pos="5292">
          <p15:clr>
            <a:srgbClr val="E46962"/>
          </p15:clr>
        </p15:guide>
        <p15:guide id="8" pos="159">
          <p15:clr>
            <a:srgbClr val="E46962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>
  <p:cSld name="Title slide">
    <p:spTree>
      <p:nvGrpSpPr>
        <p:cNvPr id="1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Google Shape;353;p20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354" name="Google Shape;354;p20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>
  <p:cSld name="Section header">
    <p:spTree>
      <p:nvGrpSpPr>
        <p:cNvPr id="1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Google Shape;356;p21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>
  <p:cSld name="Title and body">
    <p:spTree>
      <p:nvGrpSpPr>
        <p:cNvPr id="1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Google Shape;358;p22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359" name="Google Shape;359;p22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>
  <p:cSld name="Title and two columns">
    <p:spTree>
      <p:nvGrpSpPr>
        <p:cNvPr id="1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Google Shape;361;p23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362" name="Google Shape;362;p23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63" name="Google Shape;363;p23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>
  <p:cSld name="Title only">
    <p:spTree>
      <p:nvGrpSpPr>
        <p:cNvPr id="1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Google Shape;365;p2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 column text">
    <p:spTree>
      <p:nvGrpSpPr>
        <p:cNvPr id="1" name="Shape 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Google Shape;367;p25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68" name="Google Shape;368;p25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 point">
    <p:spTree>
      <p:nvGrpSpPr>
        <p:cNvPr id="1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p26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 title and description">
    <p:spTree>
      <p:nvGrpSpPr>
        <p:cNvPr id="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Google Shape;372;p27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73" name="Google Shape;373;p27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74" name="Google Shape;374;p27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">
    <p:spTree>
      <p:nvGrpSpPr>
        <p:cNvPr id="1" name="Shape 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Google Shape;376;p28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 number">
    <p:spTree>
      <p:nvGrpSpPr>
        <p:cNvPr id="1" name="Shape 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" name="Google Shape;378;p29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379" name="Google Shape;379;p29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>
  <p:cSld name="Blank">
    <p:spTree>
      <p:nvGrpSpPr>
        <p:cNvPr id="1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Agenda">
  <p:cSld name="Agenda">
    <p:spTree>
      <p:nvGrpSpPr>
        <p:cNvPr id="1" name="Shape 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Google Shape;382;p31"/>
          <p:cNvSpPr txBox="1">
            <a:spLocks noGrp="1"/>
          </p:cNvSpPr>
          <p:nvPr>
            <p:ph type="title"/>
          </p:nvPr>
        </p:nvSpPr>
        <p:spPr>
          <a:xfrm>
            <a:off x="677325" y="1832775"/>
            <a:ext cx="3217200" cy="1484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383" name="Google Shape;383;p31"/>
          <p:cNvSpPr txBox="1">
            <a:spLocks noGrp="1"/>
          </p:cNvSpPr>
          <p:nvPr>
            <p:ph type="subTitle" idx="1"/>
          </p:nvPr>
        </p:nvSpPr>
        <p:spPr>
          <a:xfrm>
            <a:off x="4406650" y="393750"/>
            <a:ext cx="4409700" cy="54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384" name="Google Shape;384;p31"/>
          <p:cNvSpPr txBox="1">
            <a:spLocks noGrp="1"/>
          </p:cNvSpPr>
          <p:nvPr>
            <p:ph type="subTitle" idx="2"/>
          </p:nvPr>
        </p:nvSpPr>
        <p:spPr>
          <a:xfrm>
            <a:off x="4406650" y="1151705"/>
            <a:ext cx="4409700" cy="54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385" name="Google Shape;385;p31"/>
          <p:cNvSpPr txBox="1">
            <a:spLocks noGrp="1"/>
          </p:cNvSpPr>
          <p:nvPr>
            <p:ph type="subTitle" idx="3"/>
          </p:nvPr>
        </p:nvSpPr>
        <p:spPr>
          <a:xfrm>
            <a:off x="4406650" y="3425570"/>
            <a:ext cx="4409700" cy="54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386" name="Google Shape;386;p31"/>
          <p:cNvSpPr txBox="1">
            <a:spLocks noGrp="1"/>
          </p:cNvSpPr>
          <p:nvPr>
            <p:ph type="subTitle" idx="4"/>
          </p:nvPr>
        </p:nvSpPr>
        <p:spPr>
          <a:xfrm>
            <a:off x="4406650" y="1909660"/>
            <a:ext cx="4409700" cy="54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387" name="Google Shape;387;p31"/>
          <p:cNvSpPr txBox="1">
            <a:spLocks noGrp="1"/>
          </p:cNvSpPr>
          <p:nvPr>
            <p:ph type="subTitle" idx="5"/>
          </p:nvPr>
        </p:nvSpPr>
        <p:spPr>
          <a:xfrm>
            <a:off x="4406650" y="4183525"/>
            <a:ext cx="4409700" cy="54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388" name="Google Shape;388;p31"/>
          <p:cNvSpPr txBox="1">
            <a:spLocks noGrp="1"/>
          </p:cNvSpPr>
          <p:nvPr>
            <p:ph type="subTitle" idx="6"/>
          </p:nvPr>
        </p:nvSpPr>
        <p:spPr>
          <a:xfrm>
            <a:off x="4406650" y="2667615"/>
            <a:ext cx="4409700" cy="54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body and image">
  <p:cSld name="Title, body and image">
    <p:spTree>
      <p:nvGrpSpPr>
        <p:cNvPr id="1" name="Shape 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" name="Google Shape;390;p32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391" name="Google Shape;391;p32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4473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392" name="Google Shape;392;p32"/>
          <p:cNvSpPr>
            <a:spLocks noGrp="1"/>
          </p:cNvSpPr>
          <p:nvPr>
            <p:ph type="pic" idx="2"/>
          </p:nvPr>
        </p:nvSpPr>
        <p:spPr>
          <a:xfrm>
            <a:off x="4992024" y="1152775"/>
            <a:ext cx="3840300" cy="34164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en-CA"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big ideas">
  <p:cSld name="Two big ideas">
    <p:spTree>
      <p:nvGrpSpPr>
        <p:cNvPr id="1" name="Shape 3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Google Shape;394;p33"/>
          <p:cNvSpPr txBox="1">
            <a:spLocks noGrp="1"/>
          </p:cNvSpPr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/>
          </a:p>
        </p:txBody>
      </p:sp>
      <p:sp>
        <p:nvSpPr>
          <p:cNvPr id="395" name="Google Shape;395;p33"/>
          <p:cNvSpPr txBox="1">
            <a:spLocks noGrp="1"/>
          </p:cNvSpPr>
          <p:nvPr>
            <p:ph type="body" idx="1"/>
          </p:nvPr>
        </p:nvSpPr>
        <p:spPr>
          <a:xfrm>
            <a:off x="483150" y="2237788"/>
            <a:ext cx="3619800" cy="237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396" name="Google Shape;396;p33"/>
          <p:cNvSpPr txBox="1">
            <a:spLocks noGrp="1"/>
          </p:cNvSpPr>
          <p:nvPr>
            <p:ph type="body" idx="2"/>
          </p:nvPr>
        </p:nvSpPr>
        <p:spPr>
          <a:xfrm>
            <a:off x="5048000" y="2237788"/>
            <a:ext cx="3619800" cy="237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397" name="Google Shape;397;p33"/>
          <p:cNvSpPr txBox="1">
            <a:spLocks noGrp="1"/>
          </p:cNvSpPr>
          <p:nvPr>
            <p:ph type="subTitle" idx="3"/>
          </p:nvPr>
        </p:nvSpPr>
        <p:spPr>
          <a:xfrm>
            <a:off x="483150" y="1336161"/>
            <a:ext cx="3619800" cy="54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398" name="Google Shape;398;p33"/>
          <p:cNvSpPr txBox="1">
            <a:spLocks noGrp="1"/>
          </p:cNvSpPr>
          <p:nvPr>
            <p:ph type="subTitle" idx="4"/>
          </p:nvPr>
        </p:nvSpPr>
        <p:spPr>
          <a:xfrm>
            <a:off x="5048000" y="1336161"/>
            <a:ext cx="3619800" cy="54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ree big ideas">
  <p:cSld name="Three big ideas">
    <p:spTree>
      <p:nvGrpSpPr>
        <p:cNvPr id="1" name="Shape 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" name="Google Shape;400;p34"/>
          <p:cNvSpPr txBox="1">
            <a:spLocks noGrp="1"/>
          </p:cNvSpPr>
          <p:nvPr>
            <p:ph type="body" idx="1"/>
          </p:nvPr>
        </p:nvSpPr>
        <p:spPr>
          <a:xfrm>
            <a:off x="483175" y="2417500"/>
            <a:ext cx="2455500" cy="237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1" name="Google Shape;401;p34"/>
          <p:cNvSpPr txBox="1">
            <a:spLocks noGrp="1"/>
          </p:cNvSpPr>
          <p:nvPr>
            <p:ph type="body" idx="2"/>
          </p:nvPr>
        </p:nvSpPr>
        <p:spPr>
          <a:xfrm>
            <a:off x="3347725" y="2417500"/>
            <a:ext cx="2455500" cy="237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2" name="Google Shape;402;p34"/>
          <p:cNvSpPr txBox="1">
            <a:spLocks noGrp="1"/>
          </p:cNvSpPr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/>
          </a:p>
        </p:txBody>
      </p:sp>
      <p:sp>
        <p:nvSpPr>
          <p:cNvPr id="403" name="Google Shape;403;p34"/>
          <p:cNvSpPr txBox="1">
            <a:spLocks noGrp="1"/>
          </p:cNvSpPr>
          <p:nvPr>
            <p:ph type="subTitle" idx="3"/>
          </p:nvPr>
        </p:nvSpPr>
        <p:spPr>
          <a:xfrm>
            <a:off x="483175" y="1336150"/>
            <a:ext cx="2455500" cy="778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404" name="Google Shape;404;p34"/>
          <p:cNvSpPr txBox="1">
            <a:spLocks noGrp="1"/>
          </p:cNvSpPr>
          <p:nvPr>
            <p:ph type="subTitle" idx="4"/>
          </p:nvPr>
        </p:nvSpPr>
        <p:spPr>
          <a:xfrm>
            <a:off x="3347725" y="1336150"/>
            <a:ext cx="2455500" cy="778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405" name="Google Shape;405;p34"/>
          <p:cNvSpPr txBox="1">
            <a:spLocks noGrp="1"/>
          </p:cNvSpPr>
          <p:nvPr>
            <p:ph type="subTitle" idx="5"/>
          </p:nvPr>
        </p:nvSpPr>
        <p:spPr>
          <a:xfrm>
            <a:off x="6212275" y="1336150"/>
            <a:ext cx="2455500" cy="778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406" name="Google Shape;406;p34"/>
          <p:cNvSpPr txBox="1">
            <a:spLocks noGrp="1"/>
          </p:cNvSpPr>
          <p:nvPr>
            <p:ph type="body" idx="6"/>
          </p:nvPr>
        </p:nvSpPr>
        <p:spPr>
          <a:xfrm>
            <a:off x="6212275" y="2417500"/>
            <a:ext cx="2455500" cy="237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Four big ideas">
  <p:cSld name="Four big ideas">
    <p:spTree>
      <p:nvGrpSpPr>
        <p:cNvPr id="1" name="Shape 4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8" name="Google Shape;408;p35"/>
          <p:cNvSpPr txBox="1">
            <a:spLocks noGrp="1"/>
          </p:cNvSpPr>
          <p:nvPr>
            <p:ph type="body" idx="1"/>
          </p:nvPr>
        </p:nvSpPr>
        <p:spPr>
          <a:xfrm>
            <a:off x="366725" y="1759093"/>
            <a:ext cx="3838500" cy="1138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9" name="Google Shape;409;p35"/>
          <p:cNvSpPr txBox="1">
            <a:spLocks noGrp="1"/>
          </p:cNvSpPr>
          <p:nvPr>
            <p:ph type="body" idx="2"/>
          </p:nvPr>
        </p:nvSpPr>
        <p:spPr>
          <a:xfrm>
            <a:off x="4938725" y="1759093"/>
            <a:ext cx="3838500" cy="1138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10" name="Google Shape;410;p35"/>
          <p:cNvSpPr txBox="1">
            <a:spLocks noGrp="1"/>
          </p:cNvSpPr>
          <p:nvPr>
            <p:ph type="body" idx="3"/>
          </p:nvPr>
        </p:nvSpPr>
        <p:spPr>
          <a:xfrm>
            <a:off x="366750" y="3648575"/>
            <a:ext cx="3838500" cy="1138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11" name="Google Shape;411;p35"/>
          <p:cNvSpPr txBox="1">
            <a:spLocks noGrp="1"/>
          </p:cNvSpPr>
          <p:nvPr>
            <p:ph type="body" idx="4"/>
          </p:nvPr>
        </p:nvSpPr>
        <p:spPr>
          <a:xfrm>
            <a:off x="4938750" y="3648575"/>
            <a:ext cx="3838500" cy="1138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12" name="Google Shape;412;p35"/>
          <p:cNvSpPr txBox="1">
            <a:spLocks noGrp="1"/>
          </p:cNvSpPr>
          <p:nvPr>
            <p:ph type="title"/>
          </p:nvPr>
        </p:nvSpPr>
        <p:spPr>
          <a:xfrm>
            <a:off x="366750" y="450025"/>
            <a:ext cx="8184600" cy="758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/>
          </a:p>
        </p:txBody>
      </p:sp>
      <p:sp>
        <p:nvSpPr>
          <p:cNvPr id="413" name="Google Shape;413;p35"/>
          <p:cNvSpPr txBox="1">
            <a:spLocks noGrp="1"/>
          </p:cNvSpPr>
          <p:nvPr>
            <p:ph type="subTitle" idx="5"/>
          </p:nvPr>
        </p:nvSpPr>
        <p:spPr>
          <a:xfrm>
            <a:off x="366763" y="1277907"/>
            <a:ext cx="3838500" cy="48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414" name="Google Shape;414;p35"/>
          <p:cNvSpPr txBox="1">
            <a:spLocks noGrp="1"/>
          </p:cNvSpPr>
          <p:nvPr>
            <p:ph type="subTitle" idx="6"/>
          </p:nvPr>
        </p:nvSpPr>
        <p:spPr>
          <a:xfrm>
            <a:off x="4938738" y="1277907"/>
            <a:ext cx="3838500" cy="48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415" name="Google Shape;415;p35"/>
          <p:cNvSpPr txBox="1">
            <a:spLocks noGrp="1"/>
          </p:cNvSpPr>
          <p:nvPr>
            <p:ph type="subTitle" idx="7"/>
          </p:nvPr>
        </p:nvSpPr>
        <p:spPr>
          <a:xfrm>
            <a:off x="4938761" y="3167363"/>
            <a:ext cx="3838500" cy="48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416" name="Google Shape;416;p35"/>
          <p:cNvSpPr txBox="1">
            <a:spLocks noGrp="1"/>
          </p:cNvSpPr>
          <p:nvPr>
            <p:ph type="subTitle" idx="8"/>
          </p:nvPr>
        </p:nvSpPr>
        <p:spPr>
          <a:xfrm>
            <a:off x="366750" y="3167363"/>
            <a:ext cx="3838500" cy="48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image">
  <p:cSld name="Title and image">
    <p:spTree>
      <p:nvGrpSpPr>
        <p:cNvPr id="1" name="Shape 4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8" name="Google Shape;418;p3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419" name="Google Shape;419;p36"/>
          <p:cNvSpPr>
            <a:spLocks noGrp="1"/>
          </p:cNvSpPr>
          <p:nvPr>
            <p:ph type="pic" idx="2"/>
          </p:nvPr>
        </p:nvSpPr>
        <p:spPr>
          <a:xfrm>
            <a:off x="311700" y="1170425"/>
            <a:ext cx="8520600" cy="34929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en-CA"/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storyboards">
  <p:cSld name="Two storyboards">
    <p:spTree>
      <p:nvGrpSpPr>
        <p:cNvPr id="1" name="Shape 4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1" name="Google Shape;421;p37"/>
          <p:cNvSpPr txBox="1">
            <a:spLocks noGrp="1"/>
          </p:cNvSpPr>
          <p:nvPr>
            <p:ph type="body" idx="1"/>
          </p:nvPr>
        </p:nvSpPr>
        <p:spPr>
          <a:xfrm>
            <a:off x="311700" y="4080225"/>
            <a:ext cx="4027500" cy="92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422" name="Google Shape;422;p37"/>
          <p:cNvSpPr>
            <a:spLocks noGrp="1"/>
          </p:cNvSpPr>
          <p:nvPr>
            <p:ph type="pic" idx="2"/>
          </p:nvPr>
        </p:nvSpPr>
        <p:spPr>
          <a:xfrm>
            <a:off x="4804825" y="1133300"/>
            <a:ext cx="4027500" cy="23928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en-CA"/>
          </a:p>
        </p:txBody>
      </p:sp>
      <p:sp>
        <p:nvSpPr>
          <p:cNvPr id="423" name="Google Shape;423;p37"/>
          <p:cNvSpPr>
            <a:spLocks noGrp="1"/>
          </p:cNvSpPr>
          <p:nvPr>
            <p:ph type="pic" idx="3"/>
          </p:nvPr>
        </p:nvSpPr>
        <p:spPr>
          <a:xfrm>
            <a:off x="311725" y="1133300"/>
            <a:ext cx="4027500" cy="23928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en-CA"/>
          </a:p>
        </p:txBody>
      </p:sp>
      <p:sp>
        <p:nvSpPr>
          <p:cNvPr id="424" name="Google Shape;424;p37"/>
          <p:cNvSpPr txBox="1">
            <a:spLocks noGrp="1"/>
          </p:cNvSpPr>
          <p:nvPr>
            <p:ph type="body" idx="4"/>
          </p:nvPr>
        </p:nvSpPr>
        <p:spPr>
          <a:xfrm>
            <a:off x="4804825" y="4080225"/>
            <a:ext cx="4027500" cy="92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425" name="Google Shape;425;p37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426" name="Google Shape;426;p37"/>
          <p:cNvSpPr txBox="1">
            <a:spLocks noGrp="1"/>
          </p:cNvSpPr>
          <p:nvPr>
            <p:ph type="subTitle" idx="5"/>
          </p:nvPr>
        </p:nvSpPr>
        <p:spPr>
          <a:xfrm>
            <a:off x="311725" y="3582900"/>
            <a:ext cx="4027500" cy="48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427" name="Google Shape;427;p37"/>
          <p:cNvSpPr txBox="1">
            <a:spLocks noGrp="1"/>
          </p:cNvSpPr>
          <p:nvPr>
            <p:ph type="subTitle" idx="6"/>
          </p:nvPr>
        </p:nvSpPr>
        <p:spPr>
          <a:xfrm>
            <a:off x="4804825" y="3582900"/>
            <a:ext cx="4027500" cy="48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ree storyboards">
  <p:cSld name="Three storyboards">
    <p:spTree>
      <p:nvGrpSpPr>
        <p:cNvPr id="1" name="Shape 4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9" name="Google Shape;429;p38"/>
          <p:cNvSpPr txBox="1">
            <a:spLocks noGrp="1"/>
          </p:cNvSpPr>
          <p:nvPr>
            <p:ph type="body" idx="1"/>
          </p:nvPr>
        </p:nvSpPr>
        <p:spPr>
          <a:xfrm>
            <a:off x="311700" y="3911700"/>
            <a:ext cx="2627100" cy="1018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430" name="Google Shape;430;p38"/>
          <p:cNvSpPr>
            <a:spLocks noGrp="1"/>
          </p:cNvSpPr>
          <p:nvPr>
            <p:ph type="pic" idx="2"/>
          </p:nvPr>
        </p:nvSpPr>
        <p:spPr>
          <a:xfrm>
            <a:off x="6205225" y="1128325"/>
            <a:ext cx="2627100" cy="22731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en-CA"/>
          </a:p>
        </p:txBody>
      </p:sp>
      <p:sp>
        <p:nvSpPr>
          <p:cNvPr id="431" name="Google Shape;431;p38"/>
          <p:cNvSpPr>
            <a:spLocks noGrp="1"/>
          </p:cNvSpPr>
          <p:nvPr>
            <p:ph type="pic" idx="3"/>
          </p:nvPr>
        </p:nvSpPr>
        <p:spPr>
          <a:xfrm>
            <a:off x="311725" y="1128325"/>
            <a:ext cx="2627100" cy="22731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en-CA"/>
          </a:p>
        </p:txBody>
      </p:sp>
      <p:sp>
        <p:nvSpPr>
          <p:cNvPr id="432" name="Google Shape;432;p38"/>
          <p:cNvSpPr txBox="1">
            <a:spLocks noGrp="1"/>
          </p:cNvSpPr>
          <p:nvPr>
            <p:ph type="body" idx="4"/>
          </p:nvPr>
        </p:nvSpPr>
        <p:spPr>
          <a:xfrm>
            <a:off x="6205225" y="3911700"/>
            <a:ext cx="2627100" cy="1018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433" name="Google Shape;433;p38"/>
          <p:cNvSpPr>
            <a:spLocks noGrp="1"/>
          </p:cNvSpPr>
          <p:nvPr>
            <p:ph type="pic" idx="5"/>
          </p:nvPr>
        </p:nvSpPr>
        <p:spPr>
          <a:xfrm>
            <a:off x="3255250" y="1128325"/>
            <a:ext cx="2627100" cy="22731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en-CA"/>
          </a:p>
        </p:txBody>
      </p:sp>
      <p:sp>
        <p:nvSpPr>
          <p:cNvPr id="434" name="Google Shape;434;p38"/>
          <p:cNvSpPr txBox="1">
            <a:spLocks noGrp="1"/>
          </p:cNvSpPr>
          <p:nvPr>
            <p:ph type="body" idx="6"/>
          </p:nvPr>
        </p:nvSpPr>
        <p:spPr>
          <a:xfrm>
            <a:off x="3255250" y="3911700"/>
            <a:ext cx="2627100" cy="1018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435" name="Google Shape;435;p38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436" name="Google Shape;436;p38"/>
          <p:cNvSpPr txBox="1">
            <a:spLocks noGrp="1"/>
          </p:cNvSpPr>
          <p:nvPr>
            <p:ph type="subTitle" idx="7"/>
          </p:nvPr>
        </p:nvSpPr>
        <p:spPr>
          <a:xfrm>
            <a:off x="311725" y="3430500"/>
            <a:ext cx="2627100" cy="48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437" name="Google Shape;437;p38"/>
          <p:cNvSpPr txBox="1">
            <a:spLocks noGrp="1"/>
          </p:cNvSpPr>
          <p:nvPr>
            <p:ph type="subTitle" idx="8"/>
          </p:nvPr>
        </p:nvSpPr>
        <p:spPr>
          <a:xfrm>
            <a:off x="6205225" y="3430500"/>
            <a:ext cx="2627100" cy="48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438" name="Google Shape;438;p38"/>
          <p:cNvSpPr txBox="1">
            <a:spLocks noGrp="1"/>
          </p:cNvSpPr>
          <p:nvPr>
            <p:ph type="subTitle" idx="9"/>
          </p:nvPr>
        </p:nvSpPr>
        <p:spPr>
          <a:xfrm>
            <a:off x="3255250" y="3430500"/>
            <a:ext cx="2627100" cy="48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mage only">
  <p:cSld name="Image only">
    <p:spTree>
      <p:nvGrpSpPr>
        <p:cNvPr id="1" name="Shape 4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" name="Google Shape;440;p39"/>
          <p:cNvSpPr>
            <a:spLocks noGrp="1"/>
          </p:cNvSpPr>
          <p:nvPr>
            <p:ph type="pic" idx="2"/>
          </p:nvPr>
        </p:nvSpPr>
        <p:spPr>
          <a:xfrm>
            <a:off x="311700" y="445025"/>
            <a:ext cx="8520600" cy="42183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en-CA"/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mage grid">
  <p:cSld name="Image grid">
    <p:spTree>
      <p:nvGrpSpPr>
        <p:cNvPr id="1" name="Shape 4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2" name="Google Shape;442;p40"/>
          <p:cNvSpPr>
            <a:spLocks noGrp="1"/>
          </p:cNvSpPr>
          <p:nvPr>
            <p:ph type="pic" idx="2"/>
          </p:nvPr>
        </p:nvSpPr>
        <p:spPr>
          <a:xfrm>
            <a:off x="3389600" y="118913"/>
            <a:ext cx="1643700" cy="15351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en-CA"/>
          </a:p>
        </p:txBody>
      </p:sp>
      <p:sp>
        <p:nvSpPr>
          <p:cNvPr id="443" name="Google Shape;443;p40"/>
          <p:cNvSpPr>
            <a:spLocks noGrp="1"/>
          </p:cNvSpPr>
          <p:nvPr>
            <p:ph type="pic" idx="3"/>
          </p:nvPr>
        </p:nvSpPr>
        <p:spPr>
          <a:xfrm>
            <a:off x="5195935" y="118913"/>
            <a:ext cx="1643700" cy="15351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en-CA"/>
          </a:p>
        </p:txBody>
      </p:sp>
      <p:sp>
        <p:nvSpPr>
          <p:cNvPr id="444" name="Google Shape;444;p40"/>
          <p:cNvSpPr>
            <a:spLocks noGrp="1"/>
          </p:cNvSpPr>
          <p:nvPr>
            <p:ph type="pic" idx="4"/>
          </p:nvPr>
        </p:nvSpPr>
        <p:spPr>
          <a:xfrm>
            <a:off x="7002270" y="118913"/>
            <a:ext cx="1643700" cy="15351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en-CA"/>
          </a:p>
        </p:txBody>
      </p:sp>
      <p:sp>
        <p:nvSpPr>
          <p:cNvPr id="445" name="Google Shape;445;p40"/>
          <p:cNvSpPr>
            <a:spLocks noGrp="1"/>
          </p:cNvSpPr>
          <p:nvPr>
            <p:ph type="pic" idx="5"/>
          </p:nvPr>
        </p:nvSpPr>
        <p:spPr>
          <a:xfrm>
            <a:off x="3389588" y="1804212"/>
            <a:ext cx="1643700" cy="15351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en-CA"/>
          </a:p>
        </p:txBody>
      </p:sp>
      <p:sp>
        <p:nvSpPr>
          <p:cNvPr id="446" name="Google Shape;446;p40"/>
          <p:cNvSpPr>
            <a:spLocks noGrp="1"/>
          </p:cNvSpPr>
          <p:nvPr>
            <p:ph type="pic" idx="6"/>
          </p:nvPr>
        </p:nvSpPr>
        <p:spPr>
          <a:xfrm>
            <a:off x="5195922" y="1804212"/>
            <a:ext cx="1643700" cy="15351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en-CA"/>
          </a:p>
        </p:txBody>
      </p:sp>
      <p:sp>
        <p:nvSpPr>
          <p:cNvPr id="447" name="Google Shape;447;p40"/>
          <p:cNvSpPr>
            <a:spLocks noGrp="1"/>
          </p:cNvSpPr>
          <p:nvPr>
            <p:ph type="pic" idx="7"/>
          </p:nvPr>
        </p:nvSpPr>
        <p:spPr>
          <a:xfrm>
            <a:off x="7002257" y="1804212"/>
            <a:ext cx="1643700" cy="15351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en-CA"/>
          </a:p>
        </p:txBody>
      </p:sp>
      <p:sp>
        <p:nvSpPr>
          <p:cNvPr id="448" name="Google Shape;448;p40"/>
          <p:cNvSpPr txBox="1">
            <a:spLocks noGrp="1"/>
          </p:cNvSpPr>
          <p:nvPr>
            <p:ph type="title"/>
          </p:nvPr>
        </p:nvSpPr>
        <p:spPr>
          <a:xfrm>
            <a:off x="351550" y="445025"/>
            <a:ext cx="2596800" cy="170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449" name="Google Shape;449;p40"/>
          <p:cNvSpPr>
            <a:spLocks noGrp="1"/>
          </p:cNvSpPr>
          <p:nvPr>
            <p:ph type="pic" idx="8"/>
          </p:nvPr>
        </p:nvSpPr>
        <p:spPr>
          <a:xfrm>
            <a:off x="3389588" y="3489487"/>
            <a:ext cx="1643700" cy="15351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en-CA"/>
          </a:p>
        </p:txBody>
      </p:sp>
      <p:sp>
        <p:nvSpPr>
          <p:cNvPr id="450" name="Google Shape;450;p40"/>
          <p:cNvSpPr>
            <a:spLocks noGrp="1"/>
          </p:cNvSpPr>
          <p:nvPr>
            <p:ph type="pic" idx="9"/>
          </p:nvPr>
        </p:nvSpPr>
        <p:spPr>
          <a:xfrm>
            <a:off x="5195922" y="3489487"/>
            <a:ext cx="1643700" cy="15351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en-CA"/>
          </a:p>
        </p:txBody>
      </p:sp>
      <p:sp>
        <p:nvSpPr>
          <p:cNvPr id="451" name="Google Shape;451;p40"/>
          <p:cNvSpPr>
            <a:spLocks noGrp="1"/>
          </p:cNvSpPr>
          <p:nvPr>
            <p:ph type="pic" idx="13"/>
          </p:nvPr>
        </p:nvSpPr>
        <p:spPr>
          <a:xfrm>
            <a:off x="7002257" y="3489487"/>
            <a:ext cx="1643700" cy="15351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en-CA"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5564">
          <p15:clr>
            <a:srgbClr val="E46962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2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>
                <a:solidFill>
                  <a:schemeClr val="dk2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>
                <a:solidFill>
                  <a:schemeClr val="dk2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>
                <a:solidFill>
                  <a:schemeClr val="dk2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>
                <a:solidFill>
                  <a:schemeClr val="dk2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>
                <a:solidFill>
                  <a:schemeClr val="dk2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>
                <a:solidFill>
                  <a:schemeClr val="dk2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>
                <a:solidFill>
                  <a:schemeClr val="dk2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>
                <a:solidFill>
                  <a:schemeClr val="dk2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>
                <a:solidFill>
                  <a:schemeClr val="dk2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Space Grotesk"/>
              <a:buChar char="●"/>
              <a:defRPr sz="1800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pace Grotesk"/>
              <a:buChar char="○"/>
              <a:def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pace Grotesk"/>
              <a:buChar char="■"/>
              <a:def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pace Grotesk"/>
              <a:buChar char="●"/>
              <a:def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pace Grotesk"/>
              <a:buChar char="○"/>
              <a:def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pace Grotesk"/>
              <a:buChar char="■"/>
              <a:def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pace Grotesk"/>
              <a:buChar char="●"/>
              <a:def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pace Grotesk"/>
              <a:buChar char="○"/>
              <a:def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pace Grotesk"/>
              <a:buChar char="■"/>
              <a:def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Space Grotesk Medium"/>
              <a:buNone/>
              <a:defRPr sz="2800"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Space Grotesk Medium"/>
              <a:buNone/>
              <a:defRPr sz="2800"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Space Grotesk Medium"/>
              <a:buNone/>
              <a:defRPr sz="2800"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Space Grotesk Medium"/>
              <a:buNone/>
              <a:defRPr sz="2800"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Space Grotesk Medium"/>
              <a:buNone/>
              <a:defRPr sz="2800"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Space Grotesk Medium"/>
              <a:buNone/>
              <a:defRPr sz="2800"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Space Grotesk Medium"/>
              <a:buNone/>
              <a:defRPr sz="2800"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Space Grotesk Medium"/>
              <a:buNone/>
              <a:defRPr sz="2800"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Space Grotesk Medium"/>
              <a:buNone/>
              <a:defRPr sz="2800"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  <p:sldLayoutId id="2147483678" r:id="rId31"/>
    <p:sldLayoutId id="2147483679" r:id="rId32"/>
    <p:sldLayoutId id="2147483680" r:id="rId33"/>
    <p:sldLayoutId id="2147483681" r:id="rId34"/>
    <p:sldLayoutId id="2147483682" r:id="rId35"/>
    <p:sldLayoutId id="2147483683" r:id="rId36"/>
    <p:sldLayoutId id="2147483684" r:id="rId37"/>
    <p:sldLayoutId id="2147483685" r:id="rId38"/>
    <p:sldLayoutId id="2147483686" r:id="rId39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1" pos="159">
          <p15:clr>
            <a:srgbClr val="E46962"/>
          </p15:clr>
        </p15:guide>
        <p15:guide id="2" orient="horz" pos="171">
          <p15:clr>
            <a:srgbClr val="E46962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comments" Target="../comments/commen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6" name="Google Shape;456;p41"/>
          <p:cNvSpPr txBox="1">
            <a:spLocks noGrp="1"/>
          </p:cNvSpPr>
          <p:nvPr>
            <p:ph type="title" idx="4"/>
          </p:nvPr>
        </p:nvSpPr>
        <p:spPr>
          <a:xfrm>
            <a:off x="699975" y="734275"/>
            <a:ext cx="8311800" cy="1836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/>
              <a:t>HEART_</a:t>
            </a:r>
            <a:endParaRPr/>
          </a:p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/>
              <a:t>MAKER/BREAKER</a:t>
            </a:r>
            <a:endParaRPr/>
          </a:p>
        </p:txBody>
      </p:sp>
      <p:sp>
        <p:nvSpPr>
          <p:cNvPr id="457" name="Google Shape;457;p41"/>
          <p:cNvSpPr txBox="1">
            <a:spLocks noGrp="1"/>
          </p:cNvSpPr>
          <p:nvPr>
            <p:ph type="title"/>
          </p:nvPr>
        </p:nvSpPr>
        <p:spPr>
          <a:xfrm>
            <a:off x="716824" y="2603550"/>
            <a:ext cx="8174700" cy="8652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</a:pPr>
            <a:r>
              <a:rPr lang="en" sz="3400"/>
              <a:t>ADNAN, ISABEL, KRIS, MING-CHI, LANCE</a:t>
            </a:r>
            <a:endParaRPr sz="3400"/>
          </a:p>
        </p:txBody>
      </p:sp>
      <p:sp>
        <p:nvSpPr>
          <p:cNvPr id="458" name="Google Shape;458;p41"/>
          <p:cNvSpPr txBox="1">
            <a:spLocks noGrp="1"/>
          </p:cNvSpPr>
          <p:nvPr>
            <p:ph type="title" idx="2"/>
          </p:nvPr>
        </p:nvSpPr>
        <p:spPr>
          <a:xfrm>
            <a:off x="699978" y="4174219"/>
            <a:ext cx="4909500" cy="3303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/>
          </a:bodyPr>
          <a:lstStyle/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pPr>
            <a:r>
              <a:rPr lang="en"/>
              <a:t>AASD 4001 TERM PROJECT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63" name="Google Shape;463;p42"/>
          <p:cNvGrpSpPr/>
          <p:nvPr/>
        </p:nvGrpSpPr>
        <p:grpSpPr>
          <a:xfrm>
            <a:off x="1093050" y="252406"/>
            <a:ext cx="7175183" cy="4638618"/>
            <a:chOff x="2024537" y="924863"/>
            <a:chExt cx="5094925" cy="3293771"/>
          </a:xfrm>
        </p:grpSpPr>
        <p:sp>
          <p:nvSpPr>
            <p:cNvPr id="464" name="Google Shape;464;p42"/>
            <p:cNvSpPr/>
            <p:nvPr/>
          </p:nvSpPr>
          <p:spPr>
            <a:xfrm>
              <a:off x="3305138" y="924863"/>
              <a:ext cx="1252800" cy="3293700"/>
            </a:xfrm>
            <a:prstGeom prst="roundRect">
              <a:avLst>
                <a:gd name="adj" fmla="val 8835"/>
              </a:avLst>
            </a:prstGeom>
            <a:solidFill>
              <a:srgbClr val="000000"/>
            </a:solidFill>
            <a:ln>
              <a:noFill/>
            </a:ln>
          </p:spPr>
          <p:txBody>
            <a:bodyPr spcFirstLastPara="1" wrap="square" lIns="128775" tIns="128775" rIns="128775" bIns="12877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972"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465" name="Google Shape;465;p42"/>
            <p:cNvSpPr/>
            <p:nvPr/>
          </p:nvSpPr>
          <p:spPr>
            <a:xfrm>
              <a:off x="4585763" y="924863"/>
              <a:ext cx="1252800" cy="3293700"/>
            </a:xfrm>
            <a:prstGeom prst="roundRect">
              <a:avLst>
                <a:gd name="adj" fmla="val 8835"/>
              </a:avLst>
            </a:prstGeom>
            <a:solidFill>
              <a:srgbClr val="000000"/>
            </a:solidFill>
            <a:ln>
              <a:noFill/>
            </a:ln>
          </p:spPr>
          <p:txBody>
            <a:bodyPr spcFirstLastPara="1" wrap="square" lIns="128775" tIns="128775" rIns="128775" bIns="12877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972"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466" name="Google Shape;466;p42"/>
            <p:cNvSpPr/>
            <p:nvPr/>
          </p:nvSpPr>
          <p:spPr>
            <a:xfrm>
              <a:off x="5865638" y="924863"/>
              <a:ext cx="1252800" cy="3293700"/>
            </a:xfrm>
            <a:prstGeom prst="roundRect">
              <a:avLst>
                <a:gd name="adj" fmla="val 8835"/>
              </a:avLst>
            </a:prstGeom>
            <a:solidFill>
              <a:srgbClr val="000000"/>
            </a:solidFill>
            <a:ln>
              <a:noFill/>
            </a:ln>
          </p:spPr>
          <p:txBody>
            <a:bodyPr spcFirstLastPara="1" wrap="square" lIns="128775" tIns="128775" rIns="128775" bIns="12877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972"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467" name="Google Shape;467;p42"/>
            <p:cNvSpPr/>
            <p:nvPr/>
          </p:nvSpPr>
          <p:spPr>
            <a:xfrm>
              <a:off x="2026600" y="924863"/>
              <a:ext cx="1252800" cy="3293700"/>
            </a:xfrm>
            <a:prstGeom prst="roundRect">
              <a:avLst>
                <a:gd name="adj" fmla="val 8835"/>
              </a:avLst>
            </a:prstGeom>
            <a:solidFill>
              <a:srgbClr val="000000"/>
            </a:solidFill>
            <a:ln>
              <a:noFill/>
            </a:ln>
          </p:spPr>
          <p:txBody>
            <a:bodyPr spcFirstLastPara="1" wrap="square" lIns="128775" tIns="128775" rIns="128775" bIns="12877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972"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468" name="Google Shape;468;p42"/>
            <p:cNvSpPr txBox="1"/>
            <p:nvPr/>
          </p:nvSpPr>
          <p:spPr>
            <a:xfrm>
              <a:off x="2024538" y="3336933"/>
              <a:ext cx="1252800" cy="881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7746">
                  <a:solidFill>
                    <a:srgbClr val="FD7754"/>
                  </a:solidFill>
                  <a:latin typeface="Days One"/>
                  <a:ea typeface="Days One"/>
                  <a:cs typeface="Days One"/>
                  <a:sym typeface="Days One"/>
                </a:rPr>
                <a:t>01</a:t>
              </a:r>
              <a:endParaRPr sz="7746">
                <a:solidFill>
                  <a:srgbClr val="FD7754"/>
                </a:solidFill>
                <a:latin typeface="Days One"/>
                <a:ea typeface="Days One"/>
                <a:cs typeface="Days One"/>
                <a:sym typeface="Days One"/>
              </a:endParaRPr>
            </a:p>
          </p:txBody>
        </p:sp>
        <p:sp>
          <p:nvSpPr>
            <p:cNvPr id="469" name="Google Shape;469;p42"/>
            <p:cNvSpPr txBox="1"/>
            <p:nvPr/>
          </p:nvSpPr>
          <p:spPr>
            <a:xfrm>
              <a:off x="3305150" y="3336933"/>
              <a:ext cx="1252800" cy="881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7746">
                  <a:solidFill>
                    <a:srgbClr val="9BD839"/>
                  </a:solidFill>
                  <a:latin typeface="Days One"/>
                  <a:ea typeface="Days One"/>
                  <a:cs typeface="Days One"/>
                  <a:sym typeface="Days One"/>
                </a:rPr>
                <a:t>02</a:t>
              </a:r>
              <a:endParaRPr sz="7746">
                <a:solidFill>
                  <a:srgbClr val="9BD839"/>
                </a:solidFill>
                <a:latin typeface="Days One"/>
                <a:ea typeface="Days One"/>
                <a:cs typeface="Days One"/>
                <a:sym typeface="Days One"/>
              </a:endParaRPr>
            </a:p>
          </p:txBody>
        </p:sp>
        <p:sp>
          <p:nvSpPr>
            <p:cNvPr id="470" name="Google Shape;470;p42"/>
            <p:cNvSpPr txBox="1"/>
            <p:nvPr/>
          </p:nvSpPr>
          <p:spPr>
            <a:xfrm>
              <a:off x="4585388" y="3336838"/>
              <a:ext cx="1252800" cy="881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7746">
                  <a:solidFill>
                    <a:srgbClr val="A2B390"/>
                  </a:solidFill>
                  <a:latin typeface="Days One"/>
                  <a:ea typeface="Days One"/>
                  <a:cs typeface="Days One"/>
                  <a:sym typeface="Days One"/>
                </a:rPr>
                <a:t>03</a:t>
              </a:r>
              <a:endParaRPr sz="7746">
                <a:solidFill>
                  <a:srgbClr val="A2B390"/>
                </a:solidFill>
                <a:latin typeface="Days One"/>
                <a:ea typeface="Days One"/>
                <a:cs typeface="Days One"/>
                <a:sym typeface="Days One"/>
              </a:endParaRPr>
            </a:p>
          </p:txBody>
        </p:sp>
        <p:sp>
          <p:nvSpPr>
            <p:cNvPr id="471" name="Google Shape;471;p42"/>
            <p:cNvSpPr txBox="1"/>
            <p:nvPr/>
          </p:nvSpPr>
          <p:spPr>
            <a:xfrm>
              <a:off x="5866663" y="3336861"/>
              <a:ext cx="1252800" cy="881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7746">
                  <a:solidFill>
                    <a:srgbClr val="3AB0FF"/>
                  </a:solidFill>
                  <a:latin typeface="Days One"/>
                  <a:ea typeface="Days One"/>
                  <a:cs typeface="Days One"/>
                  <a:sym typeface="Days One"/>
                </a:rPr>
                <a:t>04</a:t>
              </a:r>
              <a:endParaRPr sz="7746">
                <a:solidFill>
                  <a:srgbClr val="3AB0FF"/>
                </a:solidFill>
                <a:latin typeface="Days One"/>
                <a:ea typeface="Days One"/>
                <a:cs typeface="Days One"/>
                <a:sym typeface="Days One"/>
              </a:endParaRPr>
            </a:p>
          </p:txBody>
        </p:sp>
        <p:sp>
          <p:nvSpPr>
            <p:cNvPr id="472" name="Google Shape;472;p42"/>
            <p:cNvSpPr txBox="1"/>
            <p:nvPr/>
          </p:nvSpPr>
          <p:spPr>
            <a:xfrm>
              <a:off x="3319237" y="1064427"/>
              <a:ext cx="1252800" cy="1995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28775" tIns="25725" rIns="64350" bIns="257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408" b="1">
                  <a:solidFill>
                    <a:srgbClr val="9BD839"/>
                  </a:solidFill>
                  <a:latin typeface="DM Sans"/>
                  <a:ea typeface="DM Sans"/>
                  <a:cs typeface="DM Sans"/>
                  <a:sym typeface="DM Sans"/>
                </a:rPr>
                <a:t>TUNED MODELS</a:t>
              </a:r>
              <a:endParaRPr sz="1408" b="1">
                <a:solidFill>
                  <a:srgbClr val="9BD839"/>
                </a:solidFill>
                <a:latin typeface="DM Sans"/>
                <a:ea typeface="DM Sans"/>
                <a:cs typeface="DM Sans"/>
                <a:sym typeface="DM Sans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8" b="1">
                <a:solidFill>
                  <a:srgbClr val="9BD839"/>
                </a:solidFill>
                <a:latin typeface="DM Sans"/>
                <a:ea typeface="DM Sans"/>
                <a:cs typeface="DM Sans"/>
                <a:sym typeface="DM Sans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408" b="1">
                  <a:solidFill>
                    <a:srgbClr val="9BD839"/>
                  </a:solidFill>
                  <a:latin typeface="DM Sans"/>
                  <a:ea typeface="DM Sans"/>
                  <a:cs typeface="DM Sans"/>
                  <a:sym typeface="DM Sans"/>
                </a:rPr>
                <a:t>LOGISTIC REGRESSION</a:t>
              </a:r>
              <a:endParaRPr sz="1408" b="1">
                <a:solidFill>
                  <a:srgbClr val="9BD839"/>
                </a:solidFill>
                <a:latin typeface="DM Sans"/>
                <a:ea typeface="DM Sans"/>
                <a:cs typeface="DM Sans"/>
                <a:sym typeface="DM Sans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8" b="1">
                <a:solidFill>
                  <a:srgbClr val="9BD839"/>
                </a:solidFill>
                <a:latin typeface="DM Sans"/>
                <a:ea typeface="DM Sans"/>
                <a:cs typeface="DM Sans"/>
                <a:sym typeface="DM Sans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408" b="1">
                  <a:solidFill>
                    <a:srgbClr val="9BD839"/>
                  </a:solidFill>
                  <a:latin typeface="DM Sans"/>
                  <a:ea typeface="DM Sans"/>
                  <a:cs typeface="DM Sans"/>
                  <a:sym typeface="DM Sans"/>
                </a:rPr>
                <a:t>DECISION TREE</a:t>
              </a:r>
              <a:endParaRPr sz="1408" b="1">
                <a:solidFill>
                  <a:srgbClr val="9BD839"/>
                </a:solidFill>
                <a:latin typeface="DM Sans"/>
                <a:ea typeface="DM Sans"/>
                <a:cs typeface="DM Sans"/>
                <a:sym typeface="DM Sans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8" b="1">
                <a:solidFill>
                  <a:srgbClr val="9BD839"/>
                </a:solidFill>
                <a:latin typeface="DM Sans"/>
                <a:ea typeface="DM Sans"/>
                <a:cs typeface="DM Sans"/>
                <a:sym typeface="DM Sans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408" b="1">
                  <a:solidFill>
                    <a:srgbClr val="9BD839"/>
                  </a:solidFill>
                  <a:latin typeface="DM Sans"/>
                  <a:ea typeface="DM Sans"/>
                  <a:cs typeface="DM Sans"/>
                  <a:sym typeface="DM Sans"/>
                </a:rPr>
                <a:t>RANDOM FOREST</a:t>
              </a:r>
              <a:endParaRPr sz="1408" b="1">
                <a:solidFill>
                  <a:srgbClr val="9BD839"/>
                </a:solidFill>
                <a:latin typeface="DM Sans"/>
                <a:ea typeface="DM Sans"/>
                <a:cs typeface="DM Sans"/>
                <a:sym typeface="DM Sans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8" b="1">
                <a:solidFill>
                  <a:srgbClr val="9BD839"/>
                </a:solidFill>
                <a:latin typeface="DM Sans"/>
                <a:ea typeface="DM Sans"/>
                <a:cs typeface="DM Sans"/>
                <a:sym typeface="DM Sans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408" b="1">
                  <a:solidFill>
                    <a:srgbClr val="9BD839"/>
                  </a:solidFill>
                  <a:latin typeface="DM Sans"/>
                  <a:ea typeface="DM Sans"/>
                  <a:cs typeface="DM Sans"/>
                  <a:sym typeface="DM Sans"/>
                </a:rPr>
                <a:t>SGD</a:t>
              </a:r>
              <a:endParaRPr sz="1408" b="1">
                <a:solidFill>
                  <a:srgbClr val="9BD839"/>
                </a:solidFill>
                <a:latin typeface="DM Sans"/>
                <a:ea typeface="DM Sans"/>
                <a:cs typeface="DM Sans"/>
                <a:sym typeface="DM Sans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8" b="1">
                <a:solidFill>
                  <a:srgbClr val="9BD839"/>
                </a:solidFill>
                <a:latin typeface="DM Sans"/>
                <a:ea typeface="DM Sans"/>
                <a:cs typeface="DM Sans"/>
                <a:sym typeface="DM Sans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408" b="1">
                  <a:solidFill>
                    <a:srgbClr val="9BD839"/>
                  </a:solidFill>
                  <a:latin typeface="DM Sans"/>
                  <a:ea typeface="DM Sans"/>
                  <a:cs typeface="DM Sans"/>
                  <a:sym typeface="DM Sans"/>
                </a:rPr>
                <a:t>SVM</a:t>
              </a:r>
              <a:endParaRPr sz="1408" b="1">
                <a:solidFill>
                  <a:srgbClr val="9BD839"/>
                </a:solidFill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473" name="Google Shape;473;p42"/>
            <p:cNvSpPr txBox="1"/>
            <p:nvPr/>
          </p:nvSpPr>
          <p:spPr>
            <a:xfrm>
              <a:off x="4585906" y="1064440"/>
              <a:ext cx="1252800" cy="1797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28775" tIns="25725" rIns="64350" bIns="257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408" b="1">
                  <a:solidFill>
                    <a:srgbClr val="A2B390"/>
                  </a:solidFill>
                  <a:latin typeface="DM Sans"/>
                  <a:ea typeface="DM Sans"/>
                  <a:cs typeface="DM Sans"/>
                  <a:sym typeface="DM Sans"/>
                </a:rPr>
                <a:t>FEATURE REMOVAL</a:t>
              </a:r>
              <a:endParaRPr sz="1408" b="1">
                <a:solidFill>
                  <a:srgbClr val="A2B390"/>
                </a:solidFill>
                <a:latin typeface="DM Sans"/>
                <a:ea typeface="DM Sans"/>
                <a:cs typeface="DM Sans"/>
                <a:sym typeface="DM Sans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8" b="1">
                <a:solidFill>
                  <a:srgbClr val="A2B390"/>
                </a:solidFill>
                <a:latin typeface="DM Sans"/>
                <a:ea typeface="DM Sans"/>
                <a:cs typeface="DM Sans"/>
                <a:sym typeface="DM Sans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408" b="1">
                  <a:solidFill>
                    <a:srgbClr val="A2B390"/>
                  </a:solidFill>
                  <a:latin typeface="DM Sans"/>
                  <a:ea typeface="DM Sans"/>
                  <a:cs typeface="DM Sans"/>
                  <a:sym typeface="DM Sans"/>
                </a:rPr>
                <a:t>REVIEW REFINED MODEL PERFORMANCE</a:t>
              </a:r>
              <a:endParaRPr sz="1408" b="1">
                <a:solidFill>
                  <a:srgbClr val="A2B390"/>
                </a:solidFill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474" name="Google Shape;474;p42"/>
            <p:cNvSpPr txBox="1"/>
            <p:nvPr/>
          </p:nvSpPr>
          <p:spPr>
            <a:xfrm>
              <a:off x="5865338" y="1064466"/>
              <a:ext cx="1252800" cy="498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28775" tIns="25725" rIns="64350" bIns="257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408" b="1">
                  <a:solidFill>
                    <a:srgbClr val="3AB0FF"/>
                  </a:solidFill>
                  <a:latin typeface="DM Sans"/>
                  <a:ea typeface="DM Sans"/>
                  <a:cs typeface="DM Sans"/>
                  <a:sym typeface="DM Sans"/>
                </a:rPr>
                <a:t>NEXT STEPS</a:t>
              </a:r>
              <a:endParaRPr sz="1408" b="1">
                <a:solidFill>
                  <a:srgbClr val="3AB0FF"/>
                </a:solidFill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475" name="Google Shape;475;p42"/>
            <p:cNvSpPr txBox="1"/>
            <p:nvPr/>
          </p:nvSpPr>
          <p:spPr>
            <a:xfrm>
              <a:off x="2024537" y="1064447"/>
              <a:ext cx="1252800" cy="1421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28775" tIns="25725" rIns="64350" bIns="257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408" b="1">
                  <a:solidFill>
                    <a:srgbClr val="FD7754"/>
                  </a:solidFill>
                  <a:latin typeface="DM Sans"/>
                  <a:ea typeface="DM Sans"/>
                  <a:cs typeface="DM Sans"/>
                  <a:sym typeface="DM Sans"/>
                </a:rPr>
                <a:t>INTRODUCE DATASET</a:t>
              </a:r>
              <a:endParaRPr sz="1408" b="1">
                <a:solidFill>
                  <a:srgbClr val="FD7754"/>
                </a:solidFill>
                <a:latin typeface="DM Sans"/>
                <a:ea typeface="DM Sans"/>
                <a:cs typeface="DM Sans"/>
                <a:sym typeface="DM Sans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8" b="1">
                <a:solidFill>
                  <a:srgbClr val="FD7754"/>
                </a:solidFill>
                <a:latin typeface="DM Sans"/>
                <a:ea typeface="DM Sans"/>
                <a:cs typeface="DM Sans"/>
                <a:sym typeface="DM Sans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408" b="1">
                  <a:solidFill>
                    <a:srgbClr val="FD7754"/>
                  </a:solidFill>
                  <a:latin typeface="DM Sans"/>
                  <a:ea typeface="DM Sans"/>
                  <a:cs typeface="DM Sans"/>
                  <a:sym typeface="DM Sans"/>
                </a:rPr>
                <a:t>EDA SNIPPETS</a:t>
              </a:r>
              <a:endParaRPr sz="1408" b="1">
                <a:solidFill>
                  <a:srgbClr val="FD7754"/>
                </a:solidFill>
                <a:latin typeface="DM Sans"/>
                <a:ea typeface="DM Sans"/>
                <a:cs typeface="DM Sans"/>
                <a:sym typeface="DM Sans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8" b="1">
                <a:solidFill>
                  <a:srgbClr val="FD7754"/>
                </a:solidFill>
                <a:latin typeface="DM Sans"/>
                <a:ea typeface="DM Sans"/>
                <a:cs typeface="DM Sans"/>
                <a:sym typeface="DM Sans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408" b="1">
                  <a:solidFill>
                    <a:srgbClr val="FD7754"/>
                  </a:solidFill>
                  <a:latin typeface="DM Sans"/>
                  <a:ea typeface="DM Sans"/>
                  <a:cs typeface="DM Sans"/>
                  <a:sym typeface="DM Sans"/>
                </a:rPr>
                <a:t>DATA PREPROCESSING</a:t>
              </a:r>
              <a:endParaRPr sz="1408" b="1">
                <a:solidFill>
                  <a:srgbClr val="FD7754"/>
                </a:solidFill>
                <a:latin typeface="DM Sans"/>
                <a:ea typeface="DM Sans"/>
                <a:cs typeface="DM Sans"/>
                <a:sym typeface="DM Sans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8" b="1">
                <a:solidFill>
                  <a:srgbClr val="FD7754"/>
                </a:solidFill>
                <a:latin typeface="DM Sans"/>
                <a:ea typeface="DM Sans"/>
                <a:cs typeface="DM Sans"/>
                <a:sym typeface="DM Sans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408" b="1">
                  <a:solidFill>
                    <a:srgbClr val="FD7754"/>
                  </a:solidFill>
                  <a:latin typeface="DM Sans"/>
                  <a:ea typeface="DM Sans"/>
                  <a:cs typeface="DM Sans"/>
                  <a:sym typeface="DM Sans"/>
                </a:rPr>
                <a:t>HYPOTHESIS</a:t>
              </a:r>
              <a:endParaRPr sz="1408" b="1">
                <a:solidFill>
                  <a:srgbClr val="FD7754"/>
                </a:solidFill>
                <a:latin typeface="DM Sans"/>
                <a:ea typeface="DM Sans"/>
                <a:cs typeface="DM Sans"/>
                <a:sym typeface="DM Sans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8" b="1">
                <a:solidFill>
                  <a:srgbClr val="FD7754"/>
                </a:solidFill>
                <a:latin typeface="DM Sans"/>
                <a:ea typeface="DM Sans"/>
                <a:cs typeface="DM Sans"/>
                <a:sym typeface="DM Sans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408" b="1">
                  <a:solidFill>
                    <a:srgbClr val="FD7754"/>
                  </a:solidFill>
                  <a:latin typeface="DM Sans"/>
                  <a:ea typeface="DM Sans"/>
                  <a:cs typeface="DM Sans"/>
                  <a:sym typeface="DM Sans"/>
                </a:rPr>
                <a:t>APPROACH</a:t>
              </a:r>
              <a:endParaRPr sz="1408" b="1">
                <a:solidFill>
                  <a:srgbClr val="FD7754"/>
                </a:solidFill>
                <a:latin typeface="DM Sans"/>
                <a:ea typeface="DM Sans"/>
                <a:cs typeface="DM Sans"/>
                <a:sym typeface="DM Sans"/>
              </a:endParaRPr>
            </a:p>
          </p:txBody>
        </p:sp>
        <p:cxnSp>
          <p:nvCxnSpPr>
            <p:cNvPr id="476" name="Google Shape;476;p42"/>
            <p:cNvCxnSpPr/>
            <p:nvPr/>
          </p:nvCxnSpPr>
          <p:spPr>
            <a:xfrm>
              <a:off x="2098088" y="3338491"/>
              <a:ext cx="1105500" cy="0"/>
            </a:xfrm>
            <a:prstGeom prst="straightConnector1">
              <a:avLst/>
            </a:prstGeom>
            <a:noFill/>
            <a:ln w="13425" cap="flat" cmpd="sng">
              <a:solidFill>
                <a:srgbClr val="FD7754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477" name="Google Shape;477;p42"/>
            <p:cNvCxnSpPr/>
            <p:nvPr/>
          </p:nvCxnSpPr>
          <p:spPr>
            <a:xfrm>
              <a:off x="3378800" y="3338491"/>
              <a:ext cx="1105500" cy="0"/>
            </a:xfrm>
            <a:prstGeom prst="straightConnector1">
              <a:avLst/>
            </a:prstGeom>
            <a:noFill/>
            <a:ln w="13425" cap="flat" cmpd="sng">
              <a:solidFill>
                <a:srgbClr val="9BD839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478" name="Google Shape;478;p42"/>
            <p:cNvCxnSpPr/>
            <p:nvPr/>
          </p:nvCxnSpPr>
          <p:spPr>
            <a:xfrm>
              <a:off x="4659025" y="3338491"/>
              <a:ext cx="1105500" cy="0"/>
            </a:xfrm>
            <a:prstGeom prst="straightConnector1">
              <a:avLst/>
            </a:prstGeom>
            <a:noFill/>
            <a:ln w="13425" cap="flat" cmpd="sng">
              <a:solidFill>
                <a:srgbClr val="B0C09F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479" name="Google Shape;479;p42"/>
            <p:cNvCxnSpPr/>
            <p:nvPr/>
          </p:nvCxnSpPr>
          <p:spPr>
            <a:xfrm>
              <a:off x="5925913" y="3338491"/>
              <a:ext cx="1105500" cy="0"/>
            </a:xfrm>
            <a:prstGeom prst="straightConnector1">
              <a:avLst/>
            </a:prstGeom>
            <a:noFill/>
            <a:ln w="13425" cap="flat" cmpd="sng">
              <a:solidFill>
                <a:srgbClr val="4285F4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84" name="Google Shape;484;p43"/>
          <p:cNvGrpSpPr/>
          <p:nvPr/>
        </p:nvGrpSpPr>
        <p:grpSpPr>
          <a:xfrm>
            <a:off x="252600" y="252444"/>
            <a:ext cx="1767223" cy="4638618"/>
            <a:chOff x="2024538" y="924863"/>
            <a:chExt cx="1254863" cy="3293771"/>
          </a:xfrm>
        </p:grpSpPr>
        <p:sp>
          <p:nvSpPr>
            <p:cNvPr id="485" name="Google Shape;485;p43"/>
            <p:cNvSpPr/>
            <p:nvPr/>
          </p:nvSpPr>
          <p:spPr>
            <a:xfrm>
              <a:off x="2026600" y="924863"/>
              <a:ext cx="1252800" cy="3293700"/>
            </a:xfrm>
            <a:prstGeom prst="roundRect">
              <a:avLst>
                <a:gd name="adj" fmla="val 8835"/>
              </a:avLst>
            </a:prstGeom>
            <a:solidFill>
              <a:srgbClr val="000000"/>
            </a:solidFill>
            <a:ln>
              <a:noFill/>
            </a:ln>
          </p:spPr>
          <p:txBody>
            <a:bodyPr spcFirstLastPara="1" wrap="square" lIns="128775" tIns="128775" rIns="128775" bIns="12877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972"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486" name="Google Shape;486;p43"/>
            <p:cNvSpPr txBox="1"/>
            <p:nvPr/>
          </p:nvSpPr>
          <p:spPr>
            <a:xfrm>
              <a:off x="2024538" y="3336933"/>
              <a:ext cx="1252800" cy="881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7746">
                  <a:solidFill>
                    <a:srgbClr val="FD7754"/>
                  </a:solidFill>
                  <a:latin typeface="Days One"/>
                  <a:ea typeface="Days One"/>
                  <a:cs typeface="Days One"/>
                  <a:sym typeface="Days One"/>
                </a:rPr>
                <a:t>01</a:t>
              </a:r>
              <a:endParaRPr sz="7746">
                <a:solidFill>
                  <a:srgbClr val="FD7754"/>
                </a:solidFill>
                <a:latin typeface="Days One"/>
                <a:ea typeface="Days One"/>
                <a:cs typeface="Days One"/>
                <a:sym typeface="Days One"/>
              </a:endParaRPr>
            </a:p>
          </p:txBody>
        </p:sp>
        <p:cxnSp>
          <p:nvCxnSpPr>
            <p:cNvPr id="487" name="Google Shape;487;p43"/>
            <p:cNvCxnSpPr/>
            <p:nvPr/>
          </p:nvCxnSpPr>
          <p:spPr>
            <a:xfrm>
              <a:off x="2098088" y="3338491"/>
              <a:ext cx="1105500" cy="0"/>
            </a:xfrm>
            <a:prstGeom prst="straightConnector1">
              <a:avLst/>
            </a:prstGeom>
            <a:noFill/>
            <a:ln w="13425" cap="flat" cmpd="sng">
              <a:solidFill>
                <a:srgbClr val="FD7754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488" name="Google Shape;488;p43"/>
          <p:cNvSpPr txBox="1">
            <a:spLocks noGrp="1"/>
          </p:cNvSpPr>
          <p:nvPr>
            <p:ph type="title" idx="2"/>
          </p:nvPr>
        </p:nvSpPr>
        <p:spPr>
          <a:xfrm>
            <a:off x="2093575" y="440100"/>
            <a:ext cx="3137100" cy="4263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/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pPr>
            <a:r>
              <a:rPr lang="en"/>
              <a:t>10000 rows × 21 columns</a:t>
            </a:r>
            <a:endParaRPr/>
          </a:p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pPr>
            <a:endParaRPr/>
          </a:p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pPr>
            <a:endParaRPr/>
          </a:p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pPr>
            <a:r>
              <a:rPr lang="en"/>
              <a:t>Numeric Features</a:t>
            </a:r>
            <a:endParaRPr/>
          </a:p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pPr>
            <a:r>
              <a:rPr lang="en" sz="105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['Age', 'Blood Pressure', 'Cholesterol Level', 'BMI', 'Sleep Hours', 'Triglyceride Level', 'Fasting Blood Sugar', 'CRP Level', 'Homocysteine Level']</a:t>
            </a:r>
            <a:r>
              <a:rPr lang="en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</a:pPr>
            <a:endParaRPr/>
          </a:p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pP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</a:pPr>
            <a:r>
              <a:rPr lang="en"/>
              <a:t>Categorical Features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pPr>
            <a:r>
              <a:rPr lang="en" sz="105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['Gender', 'Exercise Habits', 'Smoking', 'Family Heart Disease', 'Diabetes', 'High Blood Pressure', 'Low HDL Cholesterol', 'High LDL Cholesterol', 'Alcohol Consumption', 'Stress Level', 'Sugar Consumption’]</a:t>
            </a:r>
            <a:r>
              <a:rPr lang="en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</a:pPr>
            <a:endParaRPr/>
          </a:p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</a:pPr>
            <a:r>
              <a:rPr lang="en"/>
              <a:t>Label (Imbalanced)</a:t>
            </a:r>
            <a:endParaRPr/>
          </a:p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pPr>
            <a:r>
              <a:rPr lang="en" sz="105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Heart Disease Status:</a:t>
            </a:r>
            <a:endParaRPr sz="105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pPr>
            <a:r>
              <a:rPr lang="en" sz="105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'No': 8000 (80.00%)</a:t>
            </a:r>
            <a:endParaRPr sz="105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pPr>
            <a:r>
              <a:rPr lang="en" sz="105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'Yes': 2000 (20.00%)</a:t>
            </a:r>
            <a:r>
              <a:rPr lang="en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/>
          </a:p>
        </p:txBody>
      </p:sp>
      <p:sp>
        <p:nvSpPr>
          <p:cNvPr id="489" name="Google Shape;489;p43"/>
          <p:cNvSpPr txBox="1"/>
          <p:nvPr/>
        </p:nvSpPr>
        <p:spPr>
          <a:xfrm>
            <a:off x="252600" y="449020"/>
            <a:ext cx="1764300" cy="200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8775" tIns="25725" rIns="64350" bIns="257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8" b="1">
                <a:solidFill>
                  <a:srgbClr val="FD7754"/>
                </a:solidFill>
                <a:latin typeface="DM Sans"/>
                <a:ea typeface="DM Sans"/>
                <a:cs typeface="DM Sans"/>
                <a:sym typeface="DM Sans"/>
              </a:rPr>
              <a:t>INTRODUCE DATASET</a:t>
            </a:r>
            <a:endParaRPr sz="1408" b="1">
              <a:solidFill>
                <a:srgbClr val="FD7754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408" b="1">
              <a:solidFill>
                <a:srgbClr val="FD7754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8" b="1">
                <a:solidFill>
                  <a:srgbClr val="FD7754"/>
                </a:solidFill>
                <a:latin typeface="DM Sans"/>
                <a:ea typeface="DM Sans"/>
                <a:cs typeface="DM Sans"/>
                <a:sym typeface="DM Sans"/>
              </a:rPr>
              <a:t>HYPOTHESIS</a:t>
            </a:r>
            <a:endParaRPr sz="1408" b="1">
              <a:solidFill>
                <a:srgbClr val="FD7754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408" b="1">
              <a:solidFill>
                <a:srgbClr val="FD7754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8" b="1">
                <a:solidFill>
                  <a:srgbClr val="FD7754"/>
                </a:solidFill>
                <a:latin typeface="DM Sans"/>
                <a:ea typeface="DM Sans"/>
                <a:cs typeface="DM Sans"/>
                <a:sym typeface="DM Sans"/>
              </a:rPr>
              <a:t>APPROACH</a:t>
            </a:r>
            <a:endParaRPr sz="1408" b="1">
              <a:solidFill>
                <a:srgbClr val="FD7754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8" b="1">
              <a:solidFill>
                <a:srgbClr val="FD7754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8" b="1">
                <a:solidFill>
                  <a:srgbClr val="752C19"/>
                </a:solidFill>
                <a:latin typeface="DM Sans"/>
                <a:ea typeface="DM Sans"/>
                <a:cs typeface="DM Sans"/>
                <a:sym typeface="DM Sans"/>
              </a:rPr>
              <a:t>EDA SNIPPETS</a:t>
            </a:r>
            <a:endParaRPr sz="1408" b="1">
              <a:solidFill>
                <a:srgbClr val="752C19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8" b="1">
              <a:solidFill>
                <a:srgbClr val="752C19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8" b="1">
                <a:solidFill>
                  <a:srgbClr val="752C19"/>
                </a:solidFill>
                <a:latin typeface="DM Sans"/>
                <a:ea typeface="DM Sans"/>
                <a:cs typeface="DM Sans"/>
                <a:sym typeface="DM Sans"/>
              </a:rPr>
              <a:t>DATA PREPROCESSING</a:t>
            </a:r>
            <a:endParaRPr sz="1408" b="1">
              <a:solidFill>
                <a:srgbClr val="752C19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8" b="1">
              <a:solidFill>
                <a:srgbClr val="752C19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490" name="Google Shape;490;p43"/>
          <p:cNvSpPr txBox="1">
            <a:spLocks noGrp="1"/>
          </p:cNvSpPr>
          <p:nvPr>
            <p:ph type="title" idx="2"/>
          </p:nvPr>
        </p:nvSpPr>
        <p:spPr>
          <a:xfrm>
            <a:off x="5682700" y="449025"/>
            <a:ext cx="3330900" cy="363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/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pPr>
            <a:r>
              <a:rPr lang="en" sz="1400">
                <a:highlight>
                  <a:schemeClr val="dk1"/>
                </a:highlight>
              </a:rPr>
              <a:t>Which ML approaches fits our disease prediction problem the best? </a:t>
            </a:r>
            <a:endParaRPr sz="1400">
              <a:highlight>
                <a:schemeClr val="dk1"/>
              </a:highlight>
            </a:endParaRPr>
          </a:p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pPr>
            <a:endParaRPr sz="1400">
              <a:highlight>
                <a:schemeClr val="dk1"/>
              </a:highlight>
            </a:endParaRPr>
          </a:p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pPr>
            <a:r>
              <a:rPr lang="en" sz="1400">
                <a:highlight>
                  <a:schemeClr val="dk1"/>
                </a:highlight>
              </a:rPr>
              <a:t>Hypothesis: </a:t>
            </a:r>
            <a:endParaRPr sz="1400">
              <a:highlight>
                <a:schemeClr val="dk1"/>
              </a:highlight>
            </a:endParaRPr>
          </a:p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pPr>
            <a:endParaRPr sz="1400">
              <a:highlight>
                <a:schemeClr val="dk1"/>
              </a:highlight>
            </a:endParaRPr>
          </a:p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pPr>
            <a:r>
              <a:rPr lang="en" sz="1050">
                <a:highlight>
                  <a:schemeClr val="dk1"/>
                </a:highlight>
              </a:rPr>
              <a:t>Likely between Random Forest (often best overall fit: handles mixed data &amp; captures non-linear interactions well), </a:t>
            </a:r>
            <a:endParaRPr sz="1050">
              <a:highlight>
                <a:schemeClr val="dk1"/>
              </a:highlight>
            </a:endParaRPr>
          </a:p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pPr>
            <a:r>
              <a:rPr lang="en" sz="1050">
                <a:highlight>
                  <a:schemeClr val="dk1"/>
                </a:highlight>
              </a:rPr>
              <a:t>Logistic Regression (clinical benchmark: high interpretability), and </a:t>
            </a:r>
            <a:endParaRPr sz="1050">
              <a:highlight>
                <a:schemeClr val="dk1"/>
              </a:highlight>
            </a:endParaRPr>
          </a:p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pPr>
            <a:r>
              <a:rPr lang="en" sz="1050">
                <a:highlight>
                  <a:schemeClr val="dk1"/>
                </a:highlight>
              </a:rPr>
              <a:t>SVM (best for high-dimensional clean data: excellent for complex biomarker data)</a:t>
            </a:r>
            <a:endParaRPr sz="1050">
              <a:highlight>
                <a:schemeClr val="dk1"/>
              </a:highlight>
            </a:endParaRPr>
          </a:p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pPr>
            <a:endParaRPr sz="1200">
              <a:highlight>
                <a:schemeClr val="dk1"/>
              </a:highlight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500"/>
              <a:buNone/>
            </a:pPr>
            <a:r>
              <a:rPr lang="en" sz="1400">
                <a:highlight>
                  <a:schemeClr val="dk1"/>
                </a:highlight>
              </a:rPr>
              <a:t>Approach: </a:t>
            </a:r>
            <a:endParaRPr sz="1400">
              <a:highlight>
                <a:schemeClr val="dk1"/>
              </a:highlight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</a:pPr>
            <a:endParaRPr sz="1400">
              <a:highlight>
                <a:schemeClr val="dk1"/>
              </a:highlight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500"/>
              <a:buNone/>
            </a:pPr>
            <a:r>
              <a:rPr lang="en" sz="1000">
                <a:highlight>
                  <a:schemeClr val="dk1"/>
                </a:highlight>
              </a:rPr>
              <a:t>Obtain understanding of dataset, EDA</a:t>
            </a:r>
            <a:endParaRPr sz="1000">
              <a:highlight>
                <a:schemeClr val="dk1"/>
              </a:highlight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500"/>
              <a:buNone/>
            </a:pPr>
            <a:r>
              <a:rPr lang="en" sz="1000">
                <a:highlight>
                  <a:schemeClr val="dk1"/>
                </a:highlight>
              </a:rPr>
              <a:t>Preprocess data, columns to drop, fill missing values</a:t>
            </a:r>
            <a:endParaRPr sz="1000">
              <a:highlight>
                <a:schemeClr val="dk1"/>
              </a:highlight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500"/>
              <a:buNone/>
            </a:pPr>
            <a:r>
              <a:rPr lang="en" sz="1000">
                <a:highlight>
                  <a:schemeClr val="dk1"/>
                </a:highlight>
              </a:rPr>
              <a:t>Split train/test data, stratify=Yes</a:t>
            </a:r>
            <a:endParaRPr sz="1000">
              <a:highlight>
                <a:schemeClr val="dk1"/>
              </a:highlight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500"/>
              <a:buNone/>
            </a:pPr>
            <a:r>
              <a:rPr lang="en" sz="1000">
                <a:highlight>
                  <a:schemeClr val="dk1"/>
                </a:highlight>
              </a:rPr>
              <a:t>Run baseline models &amp; tune hyperparameters, GridSearchCV</a:t>
            </a:r>
            <a:endParaRPr sz="1000">
              <a:highlight>
                <a:schemeClr val="dk1"/>
              </a:highlight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500"/>
              <a:buNone/>
            </a:pPr>
            <a:r>
              <a:rPr lang="en" sz="1000">
                <a:highlight>
                  <a:schemeClr val="dk1"/>
                </a:highlight>
              </a:rPr>
              <a:t>Assess tuned models for each approach, recall</a:t>
            </a:r>
            <a:endParaRPr sz="1000">
              <a:highlight>
                <a:schemeClr val="dk1"/>
              </a:highlight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</a:pPr>
            <a:r>
              <a:rPr lang="en" sz="1000">
                <a:highlight>
                  <a:schemeClr val="dk1"/>
                </a:highlight>
              </a:rPr>
              <a:t>Have fun, feature ablation</a:t>
            </a:r>
            <a:endParaRPr sz="1000">
              <a:highlight>
                <a:schemeClr val="dk1"/>
              </a:highlight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95" name="Google Shape;495;p44"/>
          <p:cNvGrpSpPr/>
          <p:nvPr/>
        </p:nvGrpSpPr>
        <p:grpSpPr>
          <a:xfrm>
            <a:off x="252600" y="252444"/>
            <a:ext cx="1767223" cy="4638618"/>
            <a:chOff x="2024537" y="924863"/>
            <a:chExt cx="1254863" cy="3293771"/>
          </a:xfrm>
        </p:grpSpPr>
        <p:sp>
          <p:nvSpPr>
            <p:cNvPr id="496" name="Google Shape;496;p44"/>
            <p:cNvSpPr/>
            <p:nvPr/>
          </p:nvSpPr>
          <p:spPr>
            <a:xfrm>
              <a:off x="2026600" y="924863"/>
              <a:ext cx="1252800" cy="3293700"/>
            </a:xfrm>
            <a:prstGeom prst="roundRect">
              <a:avLst>
                <a:gd name="adj" fmla="val 8835"/>
              </a:avLst>
            </a:prstGeom>
            <a:solidFill>
              <a:srgbClr val="000000"/>
            </a:solidFill>
            <a:ln>
              <a:noFill/>
            </a:ln>
          </p:spPr>
          <p:txBody>
            <a:bodyPr spcFirstLastPara="1" wrap="square" lIns="128775" tIns="128775" rIns="128775" bIns="12877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972"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497" name="Google Shape;497;p44"/>
            <p:cNvSpPr txBox="1"/>
            <p:nvPr/>
          </p:nvSpPr>
          <p:spPr>
            <a:xfrm>
              <a:off x="2024538" y="3336933"/>
              <a:ext cx="1252800" cy="881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7746">
                  <a:solidFill>
                    <a:srgbClr val="FD7754"/>
                  </a:solidFill>
                  <a:latin typeface="Days One"/>
                  <a:ea typeface="Days One"/>
                  <a:cs typeface="Days One"/>
                  <a:sym typeface="Days One"/>
                </a:rPr>
                <a:t>01</a:t>
              </a:r>
              <a:endParaRPr sz="7746">
                <a:solidFill>
                  <a:srgbClr val="FD7754"/>
                </a:solidFill>
                <a:latin typeface="Days One"/>
                <a:ea typeface="Days One"/>
                <a:cs typeface="Days One"/>
                <a:sym typeface="Days One"/>
              </a:endParaRPr>
            </a:p>
          </p:txBody>
        </p:sp>
        <p:sp>
          <p:nvSpPr>
            <p:cNvPr id="498" name="Google Shape;498;p44"/>
            <p:cNvSpPr txBox="1"/>
            <p:nvPr/>
          </p:nvSpPr>
          <p:spPr>
            <a:xfrm>
              <a:off x="2024537" y="1064447"/>
              <a:ext cx="1252800" cy="1421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28775" tIns="25725" rIns="64350" bIns="257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408" b="1">
                  <a:solidFill>
                    <a:srgbClr val="752C19"/>
                  </a:solidFill>
                  <a:latin typeface="DM Sans"/>
                  <a:ea typeface="DM Sans"/>
                  <a:cs typeface="DM Sans"/>
                  <a:sym typeface="DM Sans"/>
                </a:rPr>
                <a:t>INTRODUCE DATASET</a:t>
              </a:r>
              <a:endParaRPr sz="1408" b="1">
                <a:solidFill>
                  <a:srgbClr val="752C19"/>
                </a:solidFill>
                <a:latin typeface="DM Sans"/>
                <a:ea typeface="DM Sans"/>
                <a:cs typeface="DM Sans"/>
                <a:sym typeface="DM Sans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8" b="1">
                <a:solidFill>
                  <a:srgbClr val="752C19"/>
                </a:solidFill>
                <a:latin typeface="DM Sans"/>
                <a:ea typeface="DM Sans"/>
                <a:cs typeface="DM Sans"/>
                <a:sym typeface="DM Sans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" sz="1408" b="1">
                  <a:solidFill>
                    <a:srgbClr val="752C19"/>
                  </a:solidFill>
                  <a:latin typeface="DM Sans"/>
                  <a:ea typeface="DM Sans"/>
                  <a:cs typeface="DM Sans"/>
                  <a:sym typeface="DM Sans"/>
                </a:rPr>
                <a:t>HYPOTHESIS</a:t>
              </a:r>
              <a:endParaRPr sz="1408" b="1">
                <a:solidFill>
                  <a:srgbClr val="752C19"/>
                </a:solidFill>
                <a:latin typeface="DM Sans"/>
                <a:ea typeface="DM Sans"/>
                <a:cs typeface="DM Sans"/>
                <a:sym typeface="DM Sans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endParaRPr sz="1408" b="1">
                <a:solidFill>
                  <a:srgbClr val="752C19"/>
                </a:solidFill>
                <a:latin typeface="DM Sans"/>
                <a:ea typeface="DM Sans"/>
                <a:cs typeface="DM Sans"/>
                <a:sym typeface="DM Sans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" sz="1408" b="1">
                  <a:solidFill>
                    <a:srgbClr val="752C19"/>
                  </a:solidFill>
                  <a:latin typeface="DM Sans"/>
                  <a:ea typeface="DM Sans"/>
                  <a:cs typeface="DM Sans"/>
                  <a:sym typeface="DM Sans"/>
                </a:rPr>
                <a:t>APPROACH</a:t>
              </a:r>
              <a:endParaRPr sz="1408" b="1">
                <a:solidFill>
                  <a:srgbClr val="752C19"/>
                </a:solidFill>
                <a:latin typeface="DM Sans"/>
                <a:ea typeface="DM Sans"/>
                <a:cs typeface="DM Sans"/>
                <a:sym typeface="DM Sans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8" b="1">
                <a:solidFill>
                  <a:srgbClr val="752C19"/>
                </a:solidFill>
                <a:latin typeface="DM Sans"/>
                <a:ea typeface="DM Sans"/>
                <a:cs typeface="DM Sans"/>
                <a:sym typeface="DM Sans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408" b="1">
                  <a:solidFill>
                    <a:srgbClr val="FD7754"/>
                  </a:solidFill>
                  <a:latin typeface="DM Sans"/>
                  <a:ea typeface="DM Sans"/>
                  <a:cs typeface="DM Sans"/>
                  <a:sym typeface="DM Sans"/>
                </a:rPr>
                <a:t>EDA SNIPPETS</a:t>
              </a:r>
              <a:endParaRPr sz="1408" b="1">
                <a:solidFill>
                  <a:srgbClr val="FD7754"/>
                </a:solidFill>
                <a:latin typeface="DM Sans"/>
                <a:ea typeface="DM Sans"/>
                <a:cs typeface="DM Sans"/>
                <a:sym typeface="DM Sans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8" b="1">
                <a:solidFill>
                  <a:srgbClr val="FD7754"/>
                </a:solidFill>
                <a:latin typeface="DM Sans"/>
                <a:ea typeface="DM Sans"/>
                <a:cs typeface="DM Sans"/>
                <a:sym typeface="DM Sans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408" b="1">
                  <a:solidFill>
                    <a:srgbClr val="FD7754"/>
                  </a:solidFill>
                  <a:latin typeface="DM Sans"/>
                  <a:ea typeface="DM Sans"/>
                  <a:cs typeface="DM Sans"/>
                  <a:sym typeface="DM Sans"/>
                </a:rPr>
                <a:t>DATA PREPROCESSING</a:t>
              </a:r>
              <a:endParaRPr sz="1408" b="1">
                <a:solidFill>
                  <a:srgbClr val="FD7754"/>
                </a:solidFill>
                <a:latin typeface="DM Sans"/>
                <a:ea typeface="DM Sans"/>
                <a:cs typeface="DM Sans"/>
                <a:sym typeface="DM Sans"/>
              </a:endParaRPr>
            </a:p>
          </p:txBody>
        </p:sp>
        <p:cxnSp>
          <p:nvCxnSpPr>
            <p:cNvPr id="499" name="Google Shape;499;p44"/>
            <p:cNvCxnSpPr/>
            <p:nvPr/>
          </p:nvCxnSpPr>
          <p:spPr>
            <a:xfrm>
              <a:off x="2098088" y="3338491"/>
              <a:ext cx="1105500" cy="0"/>
            </a:xfrm>
            <a:prstGeom prst="straightConnector1">
              <a:avLst/>
            </a:prstGeom>
            <a:noFill/>
            <a:ln w="13425" cap="flat" cmpd="sng">
              <a:solidFill>
                <a:srgbClr val="FD7754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500" name="Google Shape;500;p44"/>
          <p:cNvSpPr txBox="1"/>
          <p:nvPr/>
        </p:nvSpPr>
        <p:spPr>
          <a:xfrm>
            <a:off x="6082299" y="3089250"/>
            <a:ext cx="3000000" cy="166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9CDCFE"/>
                </a:solidFill>
                <a:highlight>
                  <a:schemeClr val="dk1"/>
                </a:highlight>
                <a:latin typeface="Consolas"/>
                <a:ea typeface="Consolas"/>
                <a:cs typeface="Consolas"/>
                <a:sym typeface="Consolas"/>
              </a:rPr>
              <a:t>df</a:t>
            </a:r>
            <a:r>
              <a:rPr lang="en" sz="1050">
                <a:solidFill>
                  <a:srgbClr val="FFFFFF"/>
                </a:solidFill>
                <a:highlight>
                  <a:schemeClr val="dk1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050">
                <a:solidFill>
                  <a:srgbClr val="D4D4D4"/>
                </a:solidFill>
                <a:highlight>
                  <a:schemeClr val="dk1"/>
                </a:highlight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en" sz="1050">
                <a:solidFill>
                  <a:srgbClr val="FFFFFF"/>
                </a:solidFill>
                <a:highlight>
                  <a:schemeClr val="dk1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050">
                <a:solidFill>
                  <a:srgbClr val="9CDCFE"/>
                </a:solidFill>
                <a:highlight>
                  <a:schemeClr val="dk1"/>
                </a:highlight>
                <a:latin typeface="Consolas"/>
                <a:ea typeface="Consolas"/>
                <a:cs typeface="Consolas"/>
                <a:sym typeface="Consolas"/>
              </a:rPr>
              <a:t>df</a:t>
            </a:r>
            <a:r>
              <a:rPr lang="en" sz="1050">
                <a:solidFill>
                  <a:srgbClr val="FFFFFF"/>
                </a:solidFill>
                <a:highlight>
                  <a:schemeClr val="dk1"/>
                </a:highlight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lang="en" sz="1050">
                <a:solidFill>
                  <a:srgbClr val="DCDCAA"/>
                </a:solidFill>
                <a:highlight>
                  <a:schemeClr val="dk1"/>
                </a:highlight>
                <a:latin typeface="Consolas"/>
                <a:ea typeface="Consolas"/>
                <a:cs typeface="Consolas"/>
                <a:sym typeface="Consolas"/>
              </a:rPr>
              <a:t>drop</a:t>
            </a:r>
            <a:r>
              <a:rPr lang="en" sz="1050">
                <a:solidFill>
                  <a:srgbClr val="FFFFFF"/>
                </a:solidFill>
                <a:highlight>
                  <a:schemeClr val="dk1"/>
                </a:highlight>
                <a:latin typeface="Consolas"/>
                <a:ea typeface="Consolas"/>
                <a:cs typeface="Consolas"/>
                <a:sym typeface="Consolas"/>
              </a:rPr>
              <a:t>([</a:t>
            </a:r>
            <a:endParaRPr sz="1050">
              <a:solidFill>
                <a:srgbClr val="FFFFFF"/>
              </a:solidFill>
              <a:highlight>
                <a:schemeClr val="dk1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FFFFFF"/>
                </a:solidFill>
                <a:highlight>
                  <a:schemeClr val="dk1"/>
                </a:highlight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en" sz="1050">
                <a:solidFill>
                  <a:srgbClr val="CE9178"/>
                </a:solidFill>
                <a:highlight>
                  <a:schemeClr val="dk1"/>
                </a:highlight>
                <a:latin typeface="Consolas"/>
                <a:ea typeface="Consolas"/>
                <a:cs typeface="Consolas"/>
                <a:sym typeface="Consolas"/>
              </a:rPr>
              <a:t>'Exercise Habits'</a:t>
            </a:r>
            <a:r>
              <a:rPr lang="en" sz="1050">
                <a:solidFill>
                  <a:srgbClr val="FFFFFF"/>
                </a:solidFill>
                <a:highlight>
                  <a:schemeClr val="dk1"/>
                </a:highlight>
                <a:latin typeface="Consolas"/>
                <a:ea typeface="Consolas"/>
                <a:cs typeface="Consolas"/>
                <a:sym typeface="Consolas"/>
              </a:rPr>
              <a:t>,</a:t>
            </a:r>
            <a:endParaRPr sz="1050">
              <a:solidFill>
                <a:srgbClr val="FFFFFF"/>
              </a:solidFill>
              <a:highlight>
                <a:schemeClr val="dk1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FFFFFF"/>
                </a:solidFill>
                <a:highlight>
                  <a:schemeClr val="dk1"/>
                </a:highlight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en" sz="1050">
                <a:solidFill>
                  <a:srgbClr val="CE9178"/>
                </a:solidFill>
                <a:highlight>
                  <a:schemeClr val="dk1"/>
                </a:highlight>
                <a:latin typeface="Consolas"/>
                <a:ea typeface="Consolas"/>
                <a:cs typeface="Consolas"/>
                <a:sym typeface="Consolas"/>
              </a:rPr>
              <a:t>'Alcohol Consumption'</a:t>
            </a:r>
            <a:r>
              <a:rPr lang="en" sz="1050">
                <a:solidFill>
                  <a:srgbClr val="FFFFFF"/>
                </a:solidFill>
                <a:highlight>
                  <a:schemeClr val="dk1"/>
                </a:highlight>
                <a:latin typeface="Consolas"/>
                <a:ea typeface="Consolas"/>
                <a:cs typeface="Consolas"/>
                <a:sym typeface="Consolas"/>
              </a:rPr>
              <a:t>,</a:t>
            </a:r>
            <a:endParaRPr sz="1050">
              <a:solidFill>
                <a:srgbClr val="FFFFFF"/>
              </a:solidFill>
              <a:highlight>
                <a:schemeClr val="dk1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FFFFFF"/>
                </a:solidFill>
                <a:highlight>
                  <a:schemeClr val="dk1"/>
                </a:highlight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en" sz="1050">
                <a:solidFill>
                  <a:srgbClr val="CE9178"/>
                </a:solidFill>
                <a:highlight>
                  <a:schemeClr val="dk1"/>
                </a:highlight>
                <a:latin typeface="Consolas"/>
                <a:ea typeface="Consolas"/>
                <a:cs typeface="Consolas"/>
                <a:sym typeface="Consolas"/>
              </a:rPr>
              <a:t>'Stress Level'</a:t>
            </a:r>
            <a:r>
              <a:rPr lang="en" sz="1050">
                <a:solidFill>
                  <a:srgbClr val="FFFFFF"/>
                </a:solidFill>
                <a:highlight>
                  <a:schemeClr val="dk1"/>
                </a:highlight>
                <a:latin typeface="Consolas"/>
                <a:ea typeface="Consolas"/>
                <a:cs typeface="Consolas"/>
                <a:sym typeface="Consolas"/>
              </a:rPr>
              <a:t>,</a:t>
            </a:r>
            <a:endParaRPr sz="1050">
              <a:solidFill>
                <a:srgbClr val="FFFFFF"/>
              </a:solidFill>
              <a:highlight>
                <a:schemeClr val="dk1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FFFFFF"/>
                </a:solidFill>
                <a:highlight>
                  <a:schemeClr val="dk1"/>
                </a:highlight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en" sz="1050">
                <a:solidFill>
                  <a:srgbClr val="CE9178"/>
                </a:solidFill>
                <a:highlight>
                  <a:schemeClr val="dk1"/>
                </a:highlight>
                <a:latin typeface="Consolas"/>
                <a:ea typeface="Consolas"/>
                <a:cs typeface="Consolas"/>
                <a:sym typeface="Consolas"/>
              </a:rPr>
              <a:t>'Sleep Hours'</a:t>
            </a:r>
            <a:r>
              <a:rPr lang="en" sz="1050">
                <a:solidFill>
                  <a:srgbClr val="FFFFFF"/>
                </a:solidFill>
                <a:highlight>
                  <a:schemeClr val="dk1"/>
                </a:highlight>
                <a:latin typeface="Consolas"/>
                <a:ea typeface="Consolas"/>
                <a:cs typeface="Consolas"/>
                <a:sym typeface="Consolas"/>
              </a:rPr>
              <a:t>,</a:t>
            </a:r>
            <a:endParaRPr sz="1050">
              <a:solidFill>
                <a:srgbClr val="FFFFFF"/>
              </a:solidFill>
              <a:highlight>
                <a:schemeClr val="dk1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FFFFFF"/>
                </a:solidFill>
                <a:highlight>
                  <a:schemeClr val="dk1"/>
                </a:highlight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en" sz="1050">
                <a:solidFill>
                  <a:srgbClr val="CE9178"/>
                </a:solidFill>
                <a:highlight>
                  <a:schemeClr val="dk1"/>
                </a:highlight>
                <a:latin typeface="Consolas"/>
                <a:ea typeface="Consolas"/>
                <a:cs typeface="Consolas"/>
                <a:sym typeface="Consolas"/>
              </a:rPr>
              <a:t>'Sugar Consumption'</a:t>
            </a:r>
            <a:endParaRPr sz="1050">
              <a:solidFill>
                <a:srgbClr val="CE9178"/>
              </a:solidFill>
              <a:highlight>
                <a:schemeClr val="dk1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FFFFFF"/>
                </a:solidFill>
                <a:highlight>
                  <a:schemeClr val="dk1"/>
                </a:highlight>
                <a:latin typeface="Consolas"/>
                <a:ea typeface="Consolas"/>
                <a:cs typeface="Consolas"/>
                <a:sym typeface="Consolas"/>
              </a:rPr>
              <a:t>], </a:t>
            </a:r>
            <a:r>
              <a:rPr lang="en" sz="1050">
                <a:solidFill>
                  <a:srgbClr val="9CDCFE"/>
                </a:solidFill>
                <a:highlight>
                  <a:schemeClr val="dk1"/>
                </a:highlight>
                <a:latin typeface="Consolas"/>
                <a:ea typeface="Consolas"/>
                <a:cs typeface="Consolas"/>
                <a:sym typeface="Consolas"/>
              </a:rPr>
              <a:t>axis</a:t>
            </a:r>
            <a:r>
              <a:rPr lang="en" sz="1050">
                <a:solidFill>
                  <a:srgbClr val="D4D4D4"/>
                </a:solidFill>
                <a:highlight>
                  <a:schemeClr val="dk1"/>
                </a:highlight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en" sz="1050">
                <a:solidFill>
                  <a:srgbClr val="B5CEA8"/>
                </a:solidFill>
                <a:highlight>
                  <a:schemeClr val="dk1"/>
                </a:highlight>
                <a:latin typeface="Consolas"/>
                <a:ea typeface="Consolas"/>
                <a:cs typeface="Consolas"/>
                <a:sym typeface="Consolas"/>
              </a:rPr>
              <a:t>1</a:t>
            </a:r>
            <a:r>
              <a:rPr lang="en" sz="1050">
                <a:solidFill>
                  <a:srgbClr val="FFFFFF"/>
                </a:solidFill>
                <a:highlight>
                  <a:schemeClr val="dk1"/>
                </a:highlight>
                <a:latin typeface="Consolas"/>
                <a:ea typeface="Consolas"/>
                <a:cs typeface="Consolas"/>
                <a:sym typeface="Consolas"/>
              </a:rPr>
              <a:t>)</a:t>
            </a:r>
            <a:endParaRPr sz="1050">
              <a:solidFill>
                <a:srgbClr val="FFFFFF"/>
              </a:solidFill>
              <a:highlight>
                <a:schemeClr val="dk1"/>
              </a:highlight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501" name="Google Shape;501;p44"/>
          <p:cNvSpPr txBox="1"/>
          <p:nvPr/>
        </p:nvSpPr>
        <p:spPr>
          <a:xfrm>
            <a:off x="6002949" y="1602725"/>
            <a:ext cx="3000000" cy="122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7CA668"/>
                </a:solidFill>
                <a:highlight>
                  <a:schemeClr val="dk1"/>
                </a:highlight>
                <a:latin typeface="Consolas"/>
                <a:ea typeface="Consolas"/>
                <a:cs typeface="Consolas"/>
                <a:sym typeface="Consolas"/>
              </a:rPr>
              <a:t># Fill NaN values in numeric columns using median</a:t>
            </a:r>
            <a:endParaRPr sz="1050">
              <a:solidFill>
                <a:srgbClr val="7CA668"/>
              </a:solidFill>
              <a:highlight>
                <a:schemeClr val="dk1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C586C0"/>
                </a:solidFill>
                <a:highlight>
                  <a:schemeClr val="dk1"/>
                </a:highlight>
                <a:latin typeface="Consolas"/>
                <a:ea typeface="Consolas"/>
                <a:cs typeface="Consolas"/>
                <a:sym typeface="Consolas"/>
              </a:rPr>
              <a:t>for</a:t>
            </a:r>
            <a:r>
              <a:rPr lang="en" sz="1050">
                <a:solidFill>
                  <a:srgbClr val="FFFFFF"/>
                </a:solidFill>
                <a:highlight>
                  <a:schemeClr val="dk1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050">
                <a:solidFill>
                  <a:srgbClr val="9CDCFE"/>
                </a:solidFill>
                <a:highlight>
                  <a:schemeClr val="dk1"/>
                </a:highlight>
                <a:latin typeface="Consolas"/>
                <a:ea typeface="Consolas"/>
                <a:cs typeface="Consolas"/>
                <a:sym typeface="Consolas"/>
              </a:rPr>
              <a:t>col</a:t>
            </a:r>
            <a:r>
              <a:rPr lang="en" sz="1050">
                <a:solidFill>
                  <a:srgbClr val="FFFFFF"/>
                </a:solidFill>
                <a:highlight>
                  <a:schemeClr val="dk1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050">
                <a:solidFill>
                  <a:srgbClr val="DCDCAA"/>
                </a:solidFill>
                <a:highlight>
                  <a:schemeClr val="dk1"/>
                </a:highlight>
                <a:latin typeface="Consolas"/>
                <a:ea typeface="Consolas"/>
                <a:cs typeface="Consolas"/>
                <a:sym typeface="Consolas"/>
              </a:rPr>
              <a:t>in</a:t>
            </a:r>
            <a:r>
              <a:rPr lang="en" sz="1050">
                <a:solidFill>
                  <a:srgbClr val="FFFFFF"/>
                </a:solidFill>
                <a:highlight>
                  <a:schemeClr val="dk1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050">
                <a:solidFill>
                  <a:srgbClr val="9CDCFE"/>
                </a:solidFill>
                <a:highlight>
                  <a:schemeClr val="dk1"/>
                </a:highlight>
                <a:latin typeface="Consolas"/>
                <a:ea typeface="Consolas"/>
                <a:cs typeface="Consolas"/>
                <a:sym typeface="Consolas"/>
              </a:rPr>
              <a:t>numeric_columns</a:t>
            </a:r>
            <a:r>
              <a:rPr lang="en" sz="1050">
                <a:solidFill>
                  <a:srgbClr val="FFFFFF"/>
                </a:solidFill>
                <a:highlight>
                  <a:schemeClr val="dk1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endParaRPr sz="1050">
              <a:solidFill>
                <a:srgbClr val="FFFFFF"/>
              </a:solidFill>
              <a:highlight>
                <a:schemeClr val="dk1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FFFFFF"/>
                </a:solidFill>
                <a:highlight>
                  <a:schemeClr val="dk1"/>
                </a:highlight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en" sz="1050">
                <a:solidFill>
                  <a:srgbClr val="9CDCFE"/>
                </a:solidFill>
                <a:highlight>
                  <a:schemeClr val="dk1"/>
                </a:highlight>
                <a:latin typeface="Consolas"/>
                <a:ea typeface="Consolas"/>
                <a:cs typeface="Consolas"/>
                <a:sym typeface="Consolas"/>
              </a:rPr>
              <a:t>df</a:t>
            </a:r>
            <a:r>
              <a:rPr lang="en" sz="1050">
                <a:solidFill>
                  <a:srgbClr val="FFFFFF"/>
                </a:solidFill>
                <a:highlight>
                  <a:schemeClr val="dk1"/>
                </a:highlight>
                <a:latin typeface="Consolas"/>
                <a:ea typeface="Consolas"/>
                <a:cs typeface="Consolas"/>
                <a:sym typeface="Consolas"/>
              </a:rPr>
              <a:t>[</a:t>
            </a:r>
            <a:r>
              <a:rPr lang="en" sz="1050">
                <a:solidFill>
                  <a:srgbClr val="9CDCFE"/>
                </a:solidFill>
                <a:highlight>
                  <a:schemeClr val="dk1"/>
                </a:highlight>
                <a:latin typeface="Consolas"/>
                <a:ea typeface="Consolas"/>
                <a:cs typeface="Consolas"/>
                <a:sym typeface="Consolas"/>
              </a:rPr>
              <a:t>col</a:t>
            </a:r>
            <a:r>
              <a:rPr lang="en" sz="1050">
                <a:solidFill>
                  <a:srgbClr val="FFFFFF"/>
                </a:solidFill>
                <a:highlight>
                  <a:schemeClr val="dk1"/>
                </a:highlight>
                <a:latin typeface="Consolas"/>
                <a:ea typeface="Consolas"/>
                <a:cs typeface="Consolas"/>
                <a:sym typeface="Consolas"/>
              </a:rPr>
              <a:t>] </a:t>
            </a:r>
            <a:r>
              <a:rPr lang="en" sz="1050">
                <a:solidFill>
                  <a:srgbClr val="D4D4D4"/>
                </a:solidFill>
                <a:highlight>
                  <a:schemeClr val="dk1"/>
                </a:highlight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en" sz="1050">
                <a:solidFill>
                  <a:srgbClr val="FFFFFF"/>
                </a:solidFill>
                <a:highlight>
                  <a:schemeClr val="dk1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050">
                <a:solidFill>
                  <a:srgbClr val="9CDCFE"/>
                </a:solidFill>
                <a:highlight>
                  <a:schemeClr val="dk1"/>
                </a:highlight>
                <a:latin typeface="Consolas"/>
                <a:ea typeface="Consolas"/>
                <a:cs typeface="Consolas"/>
                <a:sym typeface="Consolas"/>
              </a:rPr>
              <a:t>df</a:t>
            </a:r>
            <a:r>
              <a:rPr lang="en" sz="1050">
                <a:solidFill>
                  <a:srgbClr val="FFFFFF"/>
                </a:solidFill>
                <a:highlight>
                  <a:schemeClr val="dk1"/>
                </a:highlight>
                <a:latin typeface="Consolas"/>
                <a:ea typeface="Consolas"/>
                <a:cs typeface="Consolas"/>
                <a:sym typeface="Consolas"/>
              </a:rPr>
              <a:t>[</a:t>
            </a:r>
            <a:r>
              <a:rPr lang="en" sz="1050">
                <a:solidFill>
                  <a:srgbClr val="9CDCFE"/>
                </a:solidFill>
                <a:highlight>
                  <a:schemeClr val="dk1"/>
                </a:highlight>
                <a:latin typeface="Consolas"/>
                <a:ea typeface="Consolas"/>
                <a:cs typeface="Consolas"/>
                <a:sym typeface="Consolas"/>
              </a:rPr>
              <a:t>col</a:t>
            </a:r>
            <a:r>
              <a:rPr lang="en" sz="1050">
                <a:solidFill>
                  <a:srgbClr val="FFFFFF"/>
                </a:solidFill>
                <a:highlight>
                  <a:schemeClr val="dk1"/>
                </a:highlight>
                <a:latin typeface="Consolas"/>
                <a:ea typeface="Consolas"/>
                <a:cs typeface="Consolas"/>
                <a:sym typeface="Consolas"/>
              </a:rPr>
              <a:t>].</a:t>
            </a:r>
            <a:r>
              <a:rPr lang="en" sz="1050">
                <a:solidFill>
                  <a:srgbClr val="DCDCAA"/>
                </a:solidFill>
                <a:highlight>
                  <a:schemeClr val="dk1"/>
                </a:highlight>
                <a:latin typeface="Consolas"/>
                <a:ea typeface="Consolas"/>
                <a:cs typeface="Consolas"/>
                <a:sym typeface="Consolas"/>
              </a:rPr>
              <a:t>fillna</a:t>
            </a:r>
            <a:r>
              <a:rPr lang="en" sz="1050">
                <a:solidFill>
                  <a:srgbClr val="FFFFFF"/>
                </a:solidFill>
                <a:highlight>
                  <a:schemeClr val="dk1"/>
                </a:highlight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" sz="1050">
                <a:solidFill>
                  <a:srgbClr val="9CDCFE"/>
                </a:solidFill>
                <a:highlight>
                  <a:schemeClr val="dk1"/>
                </a:highlight>
                <a:latin typeface="Consolas"/>
                <a:ea typeface="Consolas"/>
                <a:cs typeface="Consolas"/>
                <a:sym typeface="Consolas"/>
              </a:rPr>
              <a:t>df</a:t>
            </a:r>
            <a:r>
              <a:rPr lang="en" sz="1050">
                <a:solidFill>
                  <a:srgbClr val="FFFFFF"/>
                </a:solidFill>
                <a:highlight>
                  <a:schemeClr val="dk1"/>
                </a:highlight>
                <a:latin typeface="Consolas"/>
                <a:ea typeface="Consolas"/>
                <a:cs typeface="Consolas"/>
                <a:sym typeface="Consolas"/>
              </a:rPr>
              <a:t>[</a:t>
            </a:r>
            <a:r>
              <a:rPr lang="en" sz="1050">
                <a:solidFill>
                  <a:srgbClr val="9CDCFE"/>
                </a:solidFill>
                <a:highlight>
                  <a:schemeClr val="dk1"/>
                </a:highlight>
                <a:latin typeface="Consolas"/>
                <a:ea typeface="Consolas"/>
                <a:cs typeface="Consolas"/>
                <a:sym typeface="Consolas"/>
              </a:rPr>
              <a:t>col</a:t>
            </a:r>
            <a:r>
              <a:rPr lang="en" sz="1050">
                <a:solidFill>
                  <a:srgbClr val="FFFFFF"/>
                </a:solidFill>
                <a:highlight>
                  <a:schemeClr val="dk1"/>
                </a:highlight>
                <a:latin typeface="Consolas"/>
                <a:ea typeface="Consolas"/>
                <a:cs typeface="Consolas"/>
                <a:sym typeface="Consolas"/>
              </a:rPr>
              <a:t>].</a:t>
            </a:r>
            <a:r>
              <a:rPr lang="en" sz="1050">
                <a:solidFill>
                  <a:srgbClr val="DCDCAA"/>
                </a:solidFill>
                <a:highlight>
                  <a:schemeClr val="dk1"/>
                </a:highlight>
                <a:latin typeface="Consolas"/>
                <a:ea typeface="Consolas"/>
                <a:cs typeface="Consolas"/>
                <a:sym typeface="Consolas"/>
              </a:rPr>
              <a:t>median</a:t>
            </a:r>
            <a:r>
              <a:rPr lang="en" sz="1050">
                <a:solidFill>
                  <a:srgbClr val="FFFFFF"/>
                </a:solidFill>
                <a:highlight>
                  <a:schemeClr val="dk1"/>
                </a:highlight>
                <a:latin typeface="Consolas"/>
                <a:ea typeface="Consolas"/>
                <a:cs typeface="Consolas"/>
                <a:sym typeface="Consolas"/>
              </a:rPr>
              <a:t>())</a:t>
            </a:r>
            <a:endParaRPr sz="1050">
              <a:solidFill>
                <a:srgbClr val="FFFFFF"/>
              </a:solidFill>
              <a:highlight>
                <a:schemeClr val="dk1"/>
              </a:highlight>
              <a:latin typeface="Consolas"/>
              <a:ea typeface="Consolas"/>
              <a:cs typeface="Consolas"/>
              <a:sym typeface="Consolas"/>
            </a:endParaRPr>
          </a:p>
        </p:txBody>
      </p:sp>
      <p:pic>
        <p:nvPicPr>
          <p:cNvPr id="502" name="Google Shape;502;p4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082300" y="145978"/>
            <a:ext cx="1468075" cy="1193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503" name="Google Shape;503;p4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018288" y="163378"/>
            <a:ext cx="1341600" cy="2274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04" name="Google Shape;504;p4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887063" y="3884480"/>
            <a:ext cx="2136125" cy="1225948"/>
          </a:xfrm>
          <a:prstGeom prst="rect">
            <a:avLst/>
          </a:prstGeom>
          <a:noFill/>
          <a:ln>
            <a:noFill/>
          </a:ln>
        </p:spPr>
      </p:pic>
      <p:pic>
        <p:nvPicPr>
          <p:cNvPr id="505" name="Google Shape;505;p44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805475" y="2717159"/>
            <a:ext cx="1767225" cy="88804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10" name="Google Shape;510;p45"/>
          <p:cNvGrpSpPr/>
          <p:nvPr/>
        </p:nvGrpSpPr>
        <p:grpSpPr>
          <a:xfrm>
            <a:off x="252594" y="252444"/>
            <a:ext cx="1784174" cy="4638618"/>
            <a:chOff x="3305138" y="924863"/>
            <a:chExt cx="1266899" cy="3293771"/>
          </a:xfrm>
        </p:grpSpPr>
        <p:sp>
          <p:nvSpPr>
            <p:cNvPr id="511" name="Google Shape;511;p45"/>
            <p:cNvSpPr/>
            <p:nvPr/>
          </p:nvSpPr>
          <p:spPr>
            <a:xfrm>
              <a:off x="3305138" y="924863"/>
              <a:ext cx="1252800" cy="3293700"/>
            </a:xfrm>
            <a:prstGeom prst="roundRect">
              <a:avLst>
                <a:gd name="adj" fmla="val 8835"/>
              </a:avLst>
            </a:prstGeom>
            <a:solidFill>
              <a:srgbClr val="000000"/>
            </a:solidFill>
            <a:ln>
              <a:noFill/>
            </a:ln>
          </p:spPr>
          <p:txBody>
            <a:bodyPr spcFirstLastPara="1" wrap="square" lIns="128775" tIns="128775" rIns="128775" bIns="12877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972"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512" name="Google Shape;512;p45"/>
            <p:cNvSpPr txBox="1"/>
            <p:nvPr/>
          </p:nvSpPr>
          <p:spPr>
            <a:xfrm>
              <a:off x="3305150" y="3336933"/>
              <a:ext cx="1252800" cy="881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7746">
                  <a:solidFill>
                    <a:srgbClr val="9BD839"/>
                  </a:solidFill>
                  <a:latin typeface="Days One"/>
                  <a:ea typeface="Days One"/>
                  <a:cs typeface="Days One"/>
                  <a:sym typeface="Days One"/>
                </a:rPr>
                <a:t>02</a:t>
              </a:r>
              <a:endParaRPr sz="7746">
                <a:solidFill>
                  <a:srgbClr val="9BD839"/>
                </a:solidFill>
                <a:latin typeface="Days One"/>
                <a:ea typeface="Days One"/>
                <a:cs typeface="Days One"/>
                <a:sym typeface="Days One"/>
              </a:endParaRPr>
            </a:p>
          </p:txBody>
        </p:sp>
        <p:sp>
          <p:nvSpPr>
            <p:cNvPr id="513" name="Google Shape;513;p45"/>
            <p:cNvSpPr txBox="1"/>
            <p:nvPr/>
          </p:nvSpPr>
          <p:spPr>
            <a:xfrm>
              <a:off x="3319237" y="1064427"/>
              <a:ext cx="1252800" cy="1995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28775" tIns="25725" rIns="64350" bIns="257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408" b="1">
                  <a:solidFill>
                    <a:srgbClr val="9BD839"/>
                  </a:solidFill>
                  <a:latin typeface="DM Sans"/>
                  <a:ea typeface="DM Sans"/>
                  <a:cs typeface="DM Sans"/>
                  <a:sym typeface="DM Sans"/>
                </a:rPr>
                <a:t>TUNED MODELS</a:t>
              </a:r>
              <a:endParaRPr sz="1408" b="1">
                <a:solidFill>
                  <a:srgbClr val="9BD839"/>
                </a:solidFill>
                <a:latin typeface="DM Sans"/>
                <a:ea typeface="DM Sans"/>
                <a:cs typeface="DM Sans"/>
                <a:sym typeface="DM Sans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8" b="1">
                <a:solidFill>
                  <a:srgbClr val="9BD839"/>
                </a:solidFill>
                <a:latin typeface="DM Sans"/>
                <a:ea typeface="DM Sans"/>
                <a:cs typeface="DM Sans"/>
                <a:sym typeface="DM Sans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408" b="1">
                  <a:solidFill>
                    <a:srgbClr val="9BD839"/>
                  </a:solidFill>
                  <a:latin typeface="DM Sans"/>
                  <a:ea typeface="DM Sans"/>
                  <a:cs typeface="DM Sans"/>
                  <a:sym typeface="DM Sans"/>
                </a:rPr>
                <a:t>LOGISTIC REGRESSION</a:t>
              </a:r>
              <a:endParaRPr sz="1408" b="1">
                <a:solidFill>
                  <a:srgbClr val="9BD839"/>
                </a:solidFill>
                <a:latin typeface="DM Sans"/>
                <a:ea typeface="DM Sans"/>
                <a:cs typeface="DM Sans"/>
                <a:sym typeface="DM Sans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8" b="1">
                <a:solidFill>
                  <a:srgbClr val="9BD839"/>
                </a:solidFill>
                <a:latin typeface="DM Sans"/>
                <a:ea typeface="DM Sans"/>
                <a:cs typeface="DM Sans"/>
                <a:sym typeface="DM Sans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408" b="1">
                  <a:solidFill>
                    <a:srgbClr val="4B6919"/>
                  </a:solidFill>
                  <a:latin typeface="DM Sans"/>
                  <a:ea typeface="DM Sans"/>
                  <a:cs typeface="DM Sans"/>
                  <a:sym typeface="DM Sans"/>
                </a:rPr>
                <a:t>DECISION TREE</a:t>
              </a:r>
              <a:endParaRPr sz="1408" b="1">
                <a:solidFill>
                  <a:srgbClr val="4B6919"/>
                </a:solidFill>
                <a:latin typeface="DM Sans"/>
                <a:ea typeface="DM Sans"/>
                <a:cs typeface="DM Sans"/>
                <a:sym typeface="DM Sans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8" b="1">
                <a:solidFill>
                  <a:srgbClr val="4B6919"/>
                </a:solidFill>
                <a:latin typeface="DM Sans"/>
                <a:ea typeface="DM Sans"/>
                <a:cs typeface="DM Sans"/>
                <a:sym typeface="DM Sans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408" b="1">
                  <a:solidFill>
                    <a:srgbClr val="4B6919"/>
                  </a:solidFill>
                  <a:latin typeface="DM Sans"/>
                  <a:ea typeface="DM Sans"/>
                  <a:cs typeface="DM Sans"/>
                  <a:sym typeface="DM Sans"/>
                </a:rPr>
                <a:t>RANDOM FOREST</a:t>
              </a:r>
              <a:endParaRPr sz="1408" b="1">
                <a:solidFill>
                  <a:srgbClr val="4B6919"/>
                </a:solidFill>
                <a:latin typeface="DM Sans"/>
                <a:ea typeface="DM Sans"/>
                <a:cs typeface="DM Sans"/>
                <a:sym typeface="DM Sans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8" b="1">
                <a:solidFill>
                  <a:srgbClr val="4B6919"/>
                </a:solidFill>
                <a:latin typeface="DM Sans"/>
                <a:ea typeface="DM Sans"/>
                <a:cs typeface="DM Sans"/>
                <a:sym typeface="DM Sans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408" b="1">
                  <a:solidFill>
                    <a:srgbClr val="4B6919"/>
                  </a:solidFill>
                  <a:latin typeface="DM Sans"/>
                  <a:ea typeface="DM Sans"/>
                  <a:cs typeface="DM Sans"/>
                  <a:sym typeface="DM Sans"/>
                </a:rPr>
                <a:t>SGD</a:t>
              </a:r>
              <a:endParaRPr sz="1408" b="1">
                <a:solidFill>
                  <a:srgbClr val="4B6919"/>
                </a:solidFill>
                <a:latin typeface="DM Sans"/>
                <a:ea typeface="DM Sans"/>
                <a:cs typeface="DM Sans"/>
                <a:sym typeface="DM Sans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8" b="1">
                <a:solidFill>
                  <a:srgbClr val="4B6919"/>
                </a:solidFill>
                <a:latin typeface="DM Sans"/>
                <a:ea typeface="DM Sans"/>
                <a:cs typeface="DM Sans"/>
                <a:sym typeface="DM Sans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408" b="1">
                  <a:solidFill>
                    <a:srgbClr val="4B6919"/>
                  </a:solidFill>
                  <a:latin typeface="DM Sans"/>
                  <a:ea typeface="DM Sans"/>
                  <a:cs typeface="DM Sans"/>
                  <a:sym typeface="DM Sans"/>
                </a:rPr>
                <a:t>SVM</a:t>
              </a:r>
              <a:endParaRPr sz="1408" b="1">
                <a:solidFill>
                  <a:srgbClr val="4B6919"/>
                </a:solidFill>
                <a:latin typeface="DM Sans"/>
                <a:ea typeface="DM Sans"/>
                <a:cs typeface="DM Sans"/>
                <a:sym typeface="DM Sans"/>
              </a:endParaRPr>
            </a:p>
          </p:txBody>
        </p:sp>
        <p:cxnSp>
          <p:nvCxnSpPr>
            <p:cNvPr id="514" name="Google Shape;514;p45"/>
            <p:cNvCxnSpPr/>
            <p:nvPr/>
          </p:nvCxnSpPr>
          <p:spPr>
            <a:xfrm>
              <a:off x="3378800" y="3338491"/>
              <a:ext cx="1105500" cy="0"/>
            </a:xfrm>
            <a:prstGeom prst="straightConnector1">
              <a:avLst/>
            </a:prstGeom>
            <a:noFill/>
            <a:ln w="13425" cap="flat" cmpd="sng">
              <a:solidFill>
                <a:srgbClr val="9BD839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515" name="Google Shape;515;p45"/>
          <p:cNvSpPr txBox="1"/>
          <p:nvPr/>
        </p:nvSpPr>
        <p:spPr>
          <a:xfrm>
            <a:off x="5592075" y="235272"/>
            <a:ext cx="3790800" cy="16204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b="1" dirty="0">
                <a:solidFill>
                  <a:srgbClr val="00FF00"/>
                </a:solidFill>
              </a:rPr>
              <a:t>Accuracy: 52.25%</a:t>
            </a:r>
            <a:endParaRPr b="1" dirty="0">
              <a:solidFill>
                <a:srgbClr val="00FF00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dirty="0">
                <a:solidFill>
                  <a:srgbClr val="00FF00"/>
                </a:solidFill>
              </a:rPr>
              <a:t>Class 0 → P: 0.80 | R: 0.54 | F1: 0.64</a:t>
            </a:r>
            <a:br>
              <a:rPr lang="en" dirty="0">
                <a:solidFill>
                  <a:srgbClr val="00FF00"/>
                </a:solidFill>
              </a:rPr>
            </a:br>
            <a:r>
              <a:rPr lang="en" dirty="0">
                <a:solidFill>
                  <a:srgbClr val="00FF00"/>
                </a:solidFill>
              </a:rPr>
              <a:t>Class 1 → P: 0.20 | R: 0.46 | F1: 0.28</a:t>
            </a:r>
            <a:endParaRPr dirty="0">
              <a:solidFill>
                <a:srgbClr val="00FF00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b="1" dirty="0">
              <a:solidFill>
                <a:srgbClr val="00FF00"/>
              </a:solidFill>
            </a:endParaRPr>
          </a:p>
        </p:txBody>
      </p:sp>
      <p:sp>
        <p:nvSpPr>
          <p:cNvPr id="516" name="Google Shape;516;p45"/>
          <p:cNvSpPr txBox="1"/>
          <p:nvPr/>
        </p:nvSpPr>
        <p:spPr>
          <a:xfrm>
            <a:off x="5785364" y="2478982"/>
            <a:ext cx="4235100" cy="17912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b="1" dirty="0">
                <a:solidFill>
                  <a:srgbClr val="00FF00"/>
                </a:solidFill>
              </a:rPr>
              <a:t>After Tuning</a:t>
            </a:r>
            <a:endParaRPr b="1" dirty="0">
              <a:solidFill>
                <a:srgbClr val="00FF00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b="1" dirty="0">
                <a:solidFill>
                  <a:srgbClr val="00FF00"/>
                </a:solidFill>
              </a:rPr>
              <a:t>Accuracy: 52.20%</a:t>
            </a:r>
            <a:endParaRPr b="1" dirty="0">
              <a:solidFill>
                <a:srgbClr val="00FF00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 dirty="0">
                <a:solidFill>
                  <a:srgbClr val="00FF00"/>
                </a:solidFill>
              </a:rPr>
              <a:t>Class 0 → P: 0.80 | R: 0.54 | F1: 0.64</a:t>
            </a:r>
            <a:br>
              <a:rPr lang="en" dirty="0">
                <a:solidFill>
                  <a:srgbClr val="00FF00"/>
                </a:solidFill>
              </a:rPr>
            </a:br>
            <a:r>
              <a:rPr lang="en" dirty="0">
                <a:solidFill>
                  <a:srgbClr val="00FF00"/>
                </a:solidFill>
              </a:rPr>
              <a:t>Class 1 → P: 0.20 | R: 0.46 | F1: 0.28</a:t>
            </a:r>
            <a:endParaRPr dirty="0">
              <a:solidFill>
                <a:srgbClr val="00FF00"/>
              </a:solidFill>
            </a:endParaRPr>
          </a:p>
        </p:txBody>
      </p:sp>
      <p:sp>
        <p:nvSpPr>
          <p:cNvPr id="517" name="Google Shape;517;p45"/>
          <p:cNvSpPr txBox="1"/>
          <p:nvPr/>
        </p:nvSpPr>
        <p:spPr>
          <a:xfrm>
            <a:off x="1671075" y="401553"/>
            <a:ext cx="3921000" cy="103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Char char="➔"/>
            </a:pPr>
            <a:r>
              <a:rPr lang="en" sz="1800" dirty="0">
                <a:solidFill>
                  <a:schemeClr val="lt2"/>
                </a:solidFill>
              </a:rPr>
              <a:t>Baseline model established</a:t>
            </a:r>
            <a:endParaRPr sz="1800" dirty="0">
              <a:solidFill>
                <a:schemeClr val="lt2"/>
              </a:solidFill>
            </a:endParaRPr>
          </a:p>
          <a:p>
            <a:pPr marL="457200" lvl="0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Char char="❖"/>
            </a:pPr>
            <a:r>
              <a:rPr lang="en" sz="1600" dirty="0">
                <a:solidFill>
                  <a:srgbClr val="FFFFFF"/>
                </a:solidFill>
              </a:rPr>
              <a:t>Highlighted poor detection of the positive class.</a:t>
            </a:r>
            <a:endParaRPr sz="1600" dirty="0">
              <a:solidFill>
                <a:srgbClr val="FFFFFF"/>
              </a:solidFill>
            </a:endParaRPr>
          </a:p>
        </p:txBody>
      </p:sp>
      <p:sp>
        <p:nvSpPr>
          <p:cNvPr id="518" name="Google Shape;518;p45"/>
          <p:cNvSpPr txBox="1"/>
          <p:nvPr/>
        </p:nvSpPr>
        <p:spPr>
          <a:xfrm>
            <a:off x="1756581" y="2556227"/>
            <a:ext cx="5226758" cy="16534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Char char="➔"/>
            </a:pPr>
            <a:r>
              <a:rPr lang="en" sz="1800" dirty="0">
                <a:solidFill>
                  <a:srgbClr val="FFFFFF"/>
                </a:solidFill>
              </a:rPr>
              <a:t>Applied hyperparameter tuning</a:t>
            </a:r>
            <a:endParaRPr sz="1800" dirty="0">
              <a:solidFill>
                <a:srgbClr val="FFFFFF"/>
              </a:solidFill>
            </a:endParaRPr>
          </a:p>
          <a:p>
            <a:pPr marL="457200" lvl="0" indent="-3365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Char char="❖"/>
            </a:pPr>
            <a:r>
              <a:rPr lang="en" sz="1700" dirty="0">
                <a:solidFill>
                  <a:srgbClr val="FFFFFF"/>
                </a:solidFill>
              </a:rPr>
              <a:t>Used GridSearchCV</a:t>
            </a:r>
          </a:p>
          <a:p>
            <a:pPr marL="406400" lvl="6" indent="-285750">
              <a:lnSpc>
                <a:spcPct val="115000"/>
              </a:lnSpc>
              <a:buClr>
                <a:srgbClr val="FFFFFF"/>
              </a:buClr>
              <a:buSzPts val="1700"/>
              <a:buFont typeface="Arial" panose="020B0604020202020204" pitchFamily="34" charset="0"/>
              <a:buChar char="•"/>
            </a:pPr>
            <a:r>
              <a:rPr lang="en" sz="1200" dirty="0">
                <a:solidFill>
                  <a:srgbClr val="FFFFFF"/>
                </a:solidFill>
              </a:rPr>
              <a:t>Cross-Validation and</a:t>
            </a:r>
            <a:endParaRPr lang="en-CA" sz="1200" dirty="0">
              <a:solidFill>
                <a:srgbClr val="FFFFFF"/>
              </a:solidFill>
            </a:endParaRPr>
          </a:p>
          <a:p>
            <a:pPr marL="406400" lvl="6" indent="-285750">
              <a:lnSpc>
                <a:spcPct val="115000"/>
              </a:lnSpc>
              <a:buClr>
                <a:srgbClr val="FFFFFF"/>
              </a:buClr>
              <a:buSzPts val="1700"/>
              <a:buFont typeface="Arial" panose="020B0604020202020204" pitchFamily="34" charset="0"/>
              <a:buChar char="•"/>
            </a:pPr>
            <a:r>
              <a:rPr lang="en-CA" sz="1200" dirty="0">
                <a:solidFill>
                  <a:srgbClr val="FFFFFF"/>
                </a:solidFill>
              </a:rPr>
              <a:t>Class_weight='balanced</a:t>
            </a:r>
          </a:p>
          <a:p>
            <a:pPr marL="406400" lvl="6" indent="-285750">
              <a:lnSpc>
                <a:spcPct val="115000"/>
              </a:lnSpc>
              <a:buClr>
                <a:srgbClr val="FFFFFF"/>
              </a:buClr>
              <a:buSzPts val="1700"/>
              <a:buFont typeface="Arial" panose="020B0604020202020204" pitchFamily="34" charset="0"/>
              <a:buChar char="•"/>
            </a:pPr>
            <a:r>
              <a:rPr lang="en-CA" sz="1200" dirty="0">
                <a:solidFill>
                  <a:schemeClr val="bg2">
                    <a:lumMod val="20000"/>
                    <a:lumOff val="80000"/>
                  </a:schemeClr>
                </a:solidFill>
              </a:rPr>
              <a:t>Tuning produced almost no change in performance.</a:t>
            </a:r>
          </a:p>
          <a:p>
            <a:pPr marL="406400" lvl="6" indent="-285750">
              <a:lnSpc>
                <a:spcPct val="115000"/>
              </a:lnSpc>
              <a:buClr>
                <a:srgbClr val="FFFFFF"/>
              </a:buClr>
              <a:buSzPts val="1700"/>
              <a:buFont typeface="Arial" panose="020B0604020202020204" pitchFamily="34" charset="0"/>
              <a:buChar char="•"/>
            </a:pPr>
            <a:r>
              <a:rPr lang="en-CA" sz="1200" dirty="0">
                <a:solidFill>
                  <a:schemeClr val="bg2">
                    <a:lumMod val="20000"/>
                    <a:lumOff val="80000"/>
                  </a:schemeClr>
                </a:solidFill>
              </a:rPr>
              <a:t>Heart disease recall remained approximately 46%.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23" name="Google Shape;523;p46"/>
          <p:cNvGrpSpPr/>
          <p:nvPr/>
        </p:nvGrpSpPr>
        <p:grpSpPr>
          <a:xfrm>
            <a:off x="252594" y="252444"/>
            <a:ext cx="1784174" cy="4638618"/>
            <a:chOff x="3305138" y="924863"/>
            <a:chExt cx="1266899" cy="3293771"/>
          </a:xfrm>
        </p:grpSpPr>
        <p:sp>
          <p:nvSpPr>
            <p:cNvPr id="524" name="Google Shape;524;p46"/>
            <p:cNvSpPr/>
            <p:nvPr/>
          </p:nvSpPr>
          <p:spPr>
            <a:xfrm>
              <a:off x="3305138" y="924863"/>
              <a:ext cx="1252800" cy="3293700"/>
            </a:xfrm>
            <a:prstGeom prst="roundRect">
              <a:avLst>
                <a:gd name="adj" fmla="val 8835"/>
              </a:avLst>
            </a:prstGeom>
            <a:solidFill>
              <a:srgbClr val="000000"/>
            </a:solidFill>
            <a:ln>
              <a:noFill/>
            </a:ln>
          </p:spPr>
          <p:txBody>
            <a:bodyPr spcFirstLastPara="1" wrap="square" lIns="128775" tIns="128775" rIns="128775" bIns="12877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972"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525" name="Google Shape;525;p46"/>
            <p:cNvSpPr txBox="1"/>
            <p:nvPr/>
          </p:nvSpPr>
          <p:spPr>
            <a:xfrm>
              <a:off x="3305150" y="3336933"/>
              <a:ext cx="1252800" cy="881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7746">
                  <a:solidFill>
                    <a:srgbClr val="9BD839"/>
                  </a:solidFill>
                  <a:latin typeface="Days One"/>
                  <a:ea typeface="Days One"/>
                  <a:cs typeface="Days One"/>
                  <a:sym typeface="Days One"/>
                </a:rPr>
                <a:t>02</a:t>
              </a:r>
              <a:endParaRPr sz="7746">
                <a:solidFill>
                  <a:srgbClr val="9BD839"/>
                </a:solidFill>
                <a:latin typeface="Days One"/>
                <a:ea typeface="Days One"/>
                <a:cs typeface="Days One"/>
                <a:sym typeface="Days One"/>
              </a:endParaRPr>
            </a:p>
          </p:txBody>
        </p:sp>
        <p:sp>
          <p:nvSpPr>
            <p:cNvPr id="526" name="Google Shape;526;p46"/>
            <p:cNvSpPr txBox="1"/>
            <p:nvPr/>
          </p:nvSpPr>
          <p:spPr>
            <a:xfrm>
              <a:off x="3319237" y="1064427"/>
              <a:ext cx="1252800" cy="1995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28775" tIns="25725" rIns="64350" bIns="257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408" b="1">
                  <a:solidFill>
                    <a:srgbClr val="9BD839"/>
                  </a:solidFill>
                  <a:latin typeface="DM Sans"/>
                  <a:ea typeface="DM Sans"/>
                  <a:cs typeface="DM Sans"/>
                  <a:sym typeface="DM Sans"/>
                </a:rPr>
                <a:t>TUNED MODELS</a:t>
              </a:r>
              <a:endParaRPr sz="1408" b="1">
                <a:solidFill>
                  <a:srgbClr val="9BD839"/>
                </a:solidFill>
                <a:latin typeface="DM Sans"/>
                <a:ea typeface="DM Sans"/>
                <a:cs typeface="DM Sans"/>
                <a:sym typeface="DM Sans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8" b="1">
                <a:solidFill>
                  <a:srgbClr val="9BD839"/>
                </a:solidFill>
                <a:latin typeface="DM Sans"/>
                <a:ea typeface="DM Sans"/>
                <a:cs typeface="DM Sans"/>
                <a:sym typeface="DM Sans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408" b="1">
                  <a:solidFill>
                    <a:srgbClr val="9BD839"/>
                  </a:solidFill>
                  <a:latin typeface="DM Sans"/>
                  <a:ea typeface="DM Sans"/>
                  <a:cs typeface="DM Sans"/>
                  <a:sym typeface="DM Sans"/>
                </a:rPr>
                <a:t>LOGISTIC REGRESSION</a:t>
              </a:r>
              <a:endParaRPr sz="1408" b="1">
                <a:solidFill>
                  <a:srgbClr val="9BD839"/>
                </a:solidFill>
                <a:latin typeface="DM Sans"/>
                <a:ea typeface="DM Sans"/>
                <a:cs typeface="DM Sans"/>
                <a:sym typeface="DM Sans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8" b="1">
                <a:solidFill>
                  <a:srgbClr val="9BD839"/>
                </a:solidFill>
                <a:latin typeface="DM Sans"/>
                <a:ea typeface="DM Sans"/>
                <a:cs typeface="DM Sans"/>
                <a:sym typeface="DM Sans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408" b="1">
                  <a:solidFill>
                    <a:srgbClr val="4B6919"/>
                  </a:solidFill>
                  <a:latin typeface="DM Sans"/>
                  <a:ea typeface="DM Sans"/>
                  <a:cs typeface="DM Sans"/>
                  <a:sym typeface="DM Sans"/>
                </a:rPr>
                <a:t>DECISION TREE</a:t>
              </a:r>
              <a:endParaRPr sz="1408" b="1">
                <a:solidFill>
                  <a:srgbClr val="4B6919"/>
                </a:solidFill>
                <a:latin typeface="DM Sans"/>
                <a:ea typeface="DM Sans"/>
                <a:cs typeface="DM Sans"/>
                <a:sym typeface="DM Sans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8" b="1">
                <a:solidFill>
                  <a:srgbClr val="4B6919"/>
                </a:solidFill>
                <a:latin typeface="DM Sans"/>
                <a:ea typeface="DM Sans"/>
                <a:cs typeface="DM Sans"/>
                <a:sym typeface="DM Sans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408" b="1">
                  <a:solidFill>
                    <a:srgbClr val="4B6919"/>
                  </a:solidFill>
                  <a:latin typeface="DM Sans"/>
                  <a:ea typeface="DM Sans"/>
                  <a:cs typeface="DM Sans"/>
                  <a:sym typeface="DM Sans"/>
                </a:rPr>
                <a:t>RANDOM FOREST</a:t>
              </a:r>
              <a:endParaRPr sz="1408" b="1">
                <a:solidFill>
                  <a:srgbClr val="4B6919"/>
                </a:solidFill>
                <a:latin typeface="DM Sans"/>
                <a:ea typeface="DM Sans"/>
                <a:cs typeface="DM Sans"/>
                <a:sym typeface="DM Sans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8" b="1">
                <a:solidFill>
                  <a:srgbClr val="4B6919"/>
                </a:solidFill>
                <a:latin typeface="DM Sans"/>
                <a:ea typeface="DM Sans"/>
                <a:cs typeface="DM Sans"/>
                <a:sym typeface="DM Sans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408" b="1">
                  <a:solidFill>
                    <a:srgbClr val="4B6919"/>
                  </a:solidFill>
                  <a:latin typeface="DM Sans"/>
                  <a:ea typeface="DM Sans"/>
                  <a:cs typeface="DM Sans"/>
                  <a:sym typeface="DM Sans"/>
                </a:rPr>
                <a:t>SGD</a:t>
              </a:r>
              <a:endParaRPr sz="1408" b="1">
                <a:solidFill>
                  <a:srgbClr val="4B6919"/>
                </a:solidFill>
                <a:latin typeface="DM Sans"/>
                <a:ea typeface="DM Sans"/>
                <a:cs typeface="DM Sans"/>
                <a:sym typeface="DM Sans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8" b="1">
                <a:solidFill>
                  <a:srgbClr val="4B6919"/>
                </a:solidFill>
                <a:latin typeface="DM Sans"/>
                <a:ea typeface="DM Sans"/>
                <a:cs typeface="DM Sans"/>
                <a:sym typeface="DM Sans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408" b="1">
                  <a:solidFill>
                    <a:srgbClr val="4B6919"/>
                  </a:solidFill>
                  <a:latin typeface="DM Sans"/>
                  <a:ea typeface="DM Sans"/>
                  <a:cs typeface="DM Sans"/>
                  <a:sym typeface="DM Sans"/>
                </a:rPr>
                <a:t>SVM</a:t>
              </a:r>
              <a:endParaRPr sz="1408" b="1">
                <a:solidFill>
                  <a:srgbClr val="4B6919"/>
                </a:solidFill>
                <a:latin typeface="DM Sans"/>
                <a:ea typeface="DM Sans"/>
                <a:cs typeface="DM Sans"/>
                <a:sym typeface="DM Sans"/>
              </a:endParaRPr>
            </a:p>
          </p:txBody>
        </p:sp>
        <p:cxnSp>
          <p:nvCxnSpPr>
            <p:cNvPr id="527" name="Google Shape;527;p46"/>
            <p:cNvCxnSpPr/>
            <p:nvPr/>
          </p:nvCxnSpPr>
          <p:spPr>
            <a:xfrm>
              <a:off x="3378800" y="3338491"/>
              <a:ext cx="1105500" cy="0"/>
            </a:xfrm>
            <a:prstGeom prst="straightConnector1">
              <a:avLst/>
            </a:prstGeom>
            <a:noFill/>
            <a:ln w="13425" cap="flat" cmpd="sng">
              <a:solidFill>
                <a:srgbClr val="9BD839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528" name="Google Shape;528;p46"/>
          <p:cNvSpPr txBox="1"/>
          <p:nvPr/>
        </p:nvSpPr>
        <p:spPr>
          <a:xfrm>
            <a:off x="4206300" y="2571750"/>
            <a:ext cx="4937700" cy="25006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50" dirty="0">
                <a:solidFill>
                  <a:srgbClr val="00FF00"/>
                </a:solidFill>
                <a:latin typeface="Consolas"/>
                <a:ea typeface="Consolas"/>
                <a:cs typeface="Consolas"/>
                <a:sym typeface="Consolas"/>
              </a:rPr>
              <a:t>After removing selected features</a:t>
            </a:r>
            <a:endParaRPr sz="1250" dirty="0">
              <a:solidFill>
                <a:srgbClr val="00FF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50" dirty="0">
                <a:solidFill>
                  <a:srgbClr val="00FF00"/>
                </a:solidFill>
                <a:latin typeface="Consolas"/>
                <a:ea typeface="Consolas"/>
                <a:cs typeface="Consolas"/>
                <a:sym typeface="Consolas"/>
              </a:rPr>
              <a:t>Removed Features:’Smoking_Yes', ‘Diabetes_Yes'</a:t>
            </a:r>
            <a:endParaRPr sz="1250" dirty="0">
              <a:solidFill>
                <a:srgbClr val="00FF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50" dirty="0">
                <a:solidFill>
                  <a:srgbClr val="00FF00"/>
                </a:solidFill>
                <a:latin typeface="Consolas"/>
                <a:ea typeface="Consolas"/>
                <a:cs typeface="Consolas"/>
                <a:sym typeface="Consolas"/>
              </a:rPr>
              <a:t>Accuracy: 0.514</a:t>
            </a:r>
            <a:endParaRPr sz="1250" dirty="0">
              <a:solidFill>
                <a:srgbClr val="00FF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50" dirty="0">
                <a:solidFill>
                  <a:srgbClr val="00FF00"/>
                </a:solidFill>
                <a:latin typeface="Consolas"/>
                <a:ea typeface="Consolas"/>
                <a:cs typeface="Consolas"/>
                <a:sym typeface="Consolas"/>
              </a:rPr>
              <a:t>              precision    recall  f1-score   support</a:t>
            </a:r>
            <a:endParaRPr sz="1250" dirty="0">
              <a:solidFill>
                <a:srgbClr val="00FF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50" dirty="0">
              <a:solidFill>
                <a:srgbClr val="00FF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50" dirty="0">
                <a:solidFill>
                  <a:srgbClr val="00FF00"/>
                </a:solidFill>
                <a:latin typeface="Consolas"/>
                <a:ea typeface="Consolas"/>
                <a:cs typeface="Consolas"/>
                <a:sym typeface="Consolas"/>
              </a:rPr>
              <a:t>           0       0.79      0.53      0.64      1600</a:t>
            </a:r>
            <a:endParaRPr sz="1250" dirty="0">
              <a:solidFill>
                <a:srgbClr val="00FF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50" dirty="0">
                <a:solidFill>
                  <a:srgbClr val="00FF00"/>
                </a:solidFill>
                <a:latin typeface="Consolas"/>
                <a:ea typeface="Consolas"/>
                <a:cs typeface="Consolas"/>
                <a:sym typeface="Consolas"/>
              </a:rPr>
              <a:t>           1       0.19      0.43      0.26       400</a:t>
            </a:r>
            <a:endParaRPr sz="1250" dirty="0">
              <a:solidFill>
                <a:srgbClr val="00FF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50" dirty="0">
              <a:solidFill>
                <a:srgbClr val="00FF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50" dirty="0">
                <a:solidFill>
                  <a:srgbClr val="00FF00"/>
                </a:solidFill>
                <a:latin typeface="Consolas"/>
                <a:ea typeface="Consolas"/>
                <a:cs typeface="Consolas"/>
                <a:sym typeface="Consolas"/>
              </a:rPr>
              <a:t>    accuracy                           0.51      2000</a:t>
            </a:r>
            <a:endParaRPr sz="1250" dirty="0">
              <a:solidFill>
                <a:srgbClr val="00FF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50" dirty="0">
                <a:solidFill>
                  <a:srgbClr val="00FF00"/>
                </a:solidFill>
                <a:latin typeface="Consolas"/>
                <a:ea typeface="Consolas"/>
                <a:cs typeface="Consolas"/>
                <a:sym typeface="Consolas"/>
              </a:rPr>
              <a:t>   macro avg       0.49      0.48      0.45      2000</a:t>
            </a:r>
            <a:endParaRPr sz="1250" dirty="0">
              <a:solidFill>
                <a:srgbClr val="00FF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50" dirty="0">
                <a:solidFill>
                  <a:srgbClr val="00FF00"/>
                </a:solidFill>
                <a:latin typeface="Consolas"/>
                <a:ea typeface="Consolas"/>
                <a:cs typeface="Consolas"/>
                <a:sym typeface="Consolas"/>
              </a:rPr>
              <a:t>weighted avg       </a:t>
            </a:r>
            <a:r>
              <a:rPr lang="en" sz="1250">
                <a:solidFill>
                  <a:srgbClr val="00FF00"/>
                </a:solidFill>
                <a:latin typeface="Consolas"/>
                <a:ea typeface="Consolas"/>
                <a:cs typeface="Consolas"/>
                <a:sym typeface="Consolas"/>
              </a:rPr>
              <a:t>0.67      0.51      </a:t>
            </a:r>
            <a:r>
              <a:rPr lang="en" sz="1250" dirty="0">
                <a:solidFill>
                  <a:srgbClr val="00FF00"/>
                </a:solidFill>
                <a:latin typeface="Consolas"/>
                <a:ea typeface="Consolas"/>
                <a:cs typeface="Consolas"/>
                <a:sym typeface="Consolas"/>
              </a:rPr>
              <a:t>0.56      2000</a:t>
            </a:r>
            <a:endParaRPr sz="1250" dirty="0">
              <a:solidFill>
                <a:srgbClr val="00FF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300" dirty="0">
              <a:solidFill>
                <a:srgbClr val="00FF00"/>
              </a:solidFill>
            </a:endParaRPr>
          </a:p>
        </p:txBody>
      </p:sp>
      <p:sp>
        <p:nvSpPr>
          <p:cNvPr id="529" name="Google Shape;529;p46"/>
          <p:cNvSpPr txBox="1"/>
          <p:nvPr/>
        </p:nvSpPr>
        <p:spPr>
          <a:xfrm>
            <a:off x="2036775" y="389225"/>
            <a:ext cx="6671100" cy="25760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Char char="➔"/>
            </a:pPr>
            <a:r>
              <a:rPr lang="en" sz="1800" dirty="0">
                <a:solidFill>
                  <a:srgbClr val="FFFFFF"/>
                </a:solidFill>
              </a:rPr>
              <a:t>Removed selected features</a:t>
            </a:r>
            <a:endParaRPr sz="1800" dirty="0">
              <a:solidFill>
                <a:srgbClr val="FFFFFF"/>
              </a:solidFill>
            </a:endParaRPr>
          </a:p>
          <a:p>
            <a:pPr marL="914400" lvl="0" indent="-342900">
              <a:buClr>
                <a:srgbClr val="FFFFFF"/>
              </a:buClr>
              <a:buSzPts val="1800"/>
              <a:buChar char="●"/>
            </a:pPr>
            <a:r>
              <a:rPr lang="en" sz="1800" dirty="0">
                <a:solidFill>
                  <a:schemeClr val="bg2">
                    <a:lumMod val="20000"/>
                    <a:lumOff val="80000"/>
                  </a:schemeClr>
                </a:solidFill>
              </a:rPr>
              <a:t> </a:t>
            </a:r>
            <a:r>
              <a:rPr lang="en" sz="1600" dirty="0">
                <a:solidFill>
                  <a:schemeClr val="bg2">
                    <a:lumMod val="20000"/>
                    <a:lumOff val="80000"/>
                  </a:schemeClr>
                </a:solidFill>
              </a:rPr>
              <a:t>Smoking</a:t>
            </a:r>
            <a:endParaRPr dirty="0">
              <a:solidFill>
                <a:schemeClr val="bg2">
                  <a:lumMod val="20000"/>
                  <a:lumOff val="80000"/>
                </a:schemeClr>
              </a:solidFill>
            </a:endParaRPr>
          </a:p>
          <a:p>
            <a:pPr marL="9144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Char char="●"/>
            </a:pPr>
            <a:r>
              <a:rPr lang="en" sz="1200" dirty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</a:t>
            </a:r>
            <a:r>
              <a:rPr lang="en" sz="1600" dirty="0">
                <a:solidFill>
                  <a:srgbClr val="FFFFFF"/>
                </a:solidFill>
              </a:rPr>
              <a:t>Diabetes</a:t>
            </a:r>
            <a:endParaRPr sz="1600" dirty="0">
              <a:solidFill>
                <a:srgbClr val="FFFFFF"/>
              </a:solidFill>
            </a:endParaRPr>
          </a:p>
          <a:p>
            <a:pPr marL="4572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Char char="➔"/>
            </a:pPr>
            <a:r>
              <a:rPr lang="en" sz="1600" dirty="0">
                <a:solidFill>
                  <a:srgbClr val="FFFFFF"/>
                </a:solidFill>
              </a:rPr>
              <a:t>Evaluated effect of feature reduction on model performance</a:t>
            </a:r>
            <a:endParaRPr sz="1600" dirty="0">
              <a:solidFill>
                <a:srgbClr val="FFFFFF"/>
              </a:solidFill>
            </a:endParaRPr>
          </a:p>
          <a:p>
            <a:pPr marL="4572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Char char="➔"/>
            </a:pPr>
            <a:r>
              <a:rPr lang="en" sz="1600" dirty="0">
                <a:solidFill>
                  <a:srgbClr val="FFFFFF"/>
                </a:solidFill>
              </a:rPr>
              <a:t>Compared results before and after removal</a:t>
            </a:r>
          </a:p>
          <a:p>
            <a:pPr marL="457200" indent="-342900">
              <a:lnSpc>
                <a:spcPct val="150000"/>
              </a:lnSpc>
              <a:buClr>
                <a:srgbClr val="FFFFFF"/>
              </a:buClr>
              <a:buSzPts val="1800"/>
              <a:buFont typeface="Arial"/>
              <a:buChar char="➔"/>
            </a:pPr>
            <a:r>
              <a:rPr lang="en-CA" sz="1600" dirty="0">
                <a:solidFill>
                  <a:schemeClr val="bg2">
                    <a:lumMod val="20000"/>
                    <a:lumOff val="80000"/>
                  </a:schemeClr>
                </a:solidFill>
              </a:rPr>
              <a:t>Removing features reduced recall from 46% to 43%.</a:t>
            </a:r>
            <a:endParaRPr sz="1600" dirty="0">
              <a:solidFill>
                <a:srgbClr val="FFFFFF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34" name="Google Shape;534;p47"/>
          <p:cNvGrpSpPr/>
          <p:nvPr/>
        </p:nvGrpSpPr>
        <p:grpSpPr>
          <a:xfrm>
            <a:off x="252594" y="252444"/>
            <a:ext cx="1784174" cy="4638618"/>
            <a:chOff x="3305138" y="924863"/>
            <a:chExt cx="1266899" cy="3293771"/>
          </a:xfrm>
        </p:grpSpPr>
        <p:sp>
          <p:nvSpPr>
            <p:cNvPr id="535" name="Google Shape;535;p47"/>
            <p:cNvSpPr/>
            <p:nvPr/>
          </p:nvSpPr>
          <p:spPr>
            <a:xfrm>
              <a:off x="3305138" y="924863"/>
              <a:ext cx="1252800" cy="3293700"/>
            </a:xfrm>
            <a:prstGeom prst="roundRect">
              <a:avLst>
                <a:gd name="adj" fmla="val 8835"/>
              </a:avLst>
            </a:prstGeom>
            <a:solidFill>
              <a:srgbClr val="000000"/>
            </a:solidFill>
            <a:ln>
              <a:noFill/>
            </a:ln>
          </p:spPr>
          <p:txBody>
            <a:bodyPr spcFirstLastPara="1" wrap="square" lIns="128775" tIns="128775" rIns="128775" bIns="12877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972"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536" name="Google Shape;536;p47"/>
            <p:cNvSpPr txBox="1"/>
            <p:nvPr/>
          </p:nvSpPr>
          <p:spPr>
            <a:xfrm>
              <a:off x="3305150" y="3336933"/>
              <a:ext cx="1252800" cy="881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7746">
                  <a:solidFill>
                    <a:srgbClr val="9BD839"/>
                  </a:solidFill>
                  <a:latin typeface="Days One"/>
                  <a:ea typeface="Days One"/>
                  <a:cs typeface="Days One"/>
                  <a:sym typeface="Days One"/>
                </a:rPr>
                <a:t>02</a:t>
              </a:r>
              <a:endParaRPr sz="7746">
                <a:solidFill>
                  <a:srgbClr val="9BD839"/>
                </a:solidFill>
                <a:latin typeface="Days One"/>
                <a:ea typeface="Days One"/>
                <a:cs typeface="Days One"/>
                <a:sym typeface="Days One"/>
              </a:endParaRPr>
            </a:p>
          </p:txBody>
        </p:sp>
        <p:sp>
          <p:nvSpPr>
            <p:cNvPr id="537" name="Google Shape;537;p47"/>
            <p:cNvSpPr txBox="1"/>
            <p:nvPr/>
          </p:nvSpPr>
          <p:spPr>
            <a:xfrm>
              <a:off x="3319237" y="1064427"/>
              <a:ext cx="1252800" cy="1995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28775" tIns="25725" rIns="64350" bIns="257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408" b="1">
                  <a:solidFill>
                    <a:srgbClr val="9BD839"/>
                  </a:solidFill>
                  <a:latin typeface="DM Sans"/>
                  <a:ea typeface="DM Sans"/>
                  <a:cs typeface="DM Sans"/>
                  <a:sym typeface="DM Sans"/>
                </a:rPr>
                <a:t>TUNED MODELS</a:t>
              </a:r>
              <a:endParaRPr sz="1408" b="1">
                <a:solidFill>
                  <a:srgbClr val="9BD839"/>
                </a:solidFill>
                <a:latin typeface="DM Sans"/>
                <a:ea typeface="DM Sans"/>
                <a:cs typeface="DM Sans"/>
                <a:sym typeface="DM Sans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8" b="1">
                <a:solidFill>
                  <a:srgbClr val="9BD839"/>
                </a:solidFill>
                <a:latin typeface="DM Sans"/>
                <a:ea typeface="DM Sans"/>
                <a:cs typeface="DM Sans"/>
                <a:sym typeface="DM Sans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408" b="1">
                  <a:solidFill>
                    <a:srgbClr val="4B6919"/>
                  </a:solidFill>
                  <a:latin typeface="DM Sans"/>
                  <a:ea typeface="DM Sans"/>
                  <a:cs typeface="DM Sans"/>
                  <a:sym typeface="DM Sans"/>
                </a:rPr>
                <a:t>LOGISTIC REGRESSION</a:t>
              </a:r>
              <a:endParaRPr sz="1408" b="1">
                <a:solidFill>
                  <a:srgbClr val="4B6919"/>
                </a:solidFill>
                <a:latin typeface="DM Sans"/>
                <a:ea typeface="DM Sans"/>
                <a:cs typeface="DM Sans"/>
                <a:sym typeface="DM Sans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8" b="1">
                <a:solidFill>
                  <a:srgbClr val="9BD839"/>
                </a:solidFill>
                <a:latin typeface="DM Sans"/>
                <a:ea typeface="DM Sans"/>
                <a:cs typeface="DM Sans"/>
                <a:sym typeface="DM Sans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408" b="1">
                  <a:solidFill>
                    <a:srgbClr val="9BD839"/>
                  </a:solidFill>
                  <a:latin typeface="DM Sans"/>
                  <a:ea typeface="DM Sans"/>
                  <a:cs typeface="DM Sans"/>
                  <a:sym typeface="DM Sans"/>
                </a:rPr>
                <a:t>DECISION TREE</a:t>
              </a:r>
              <a:endParaRPr sz="1408" b="1">
                <a:solidFill>
                  <a:srgbClr val="9BD839"/>
                </a:solidFill>
                <a:latin typeface="DM Sans"/>
                <a:ea typeface="DM Sans"/>
                <a:cs typeface="DM Sans"/>
                <a:sym typeface="DM Sans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8" b="1">
                <a:solidFill>
                  <a:srgbClr val="4B6919"/>
                </a:solidFill>
                <a:latin typeface="DM Sans"/>
                <a:ea typeface="DM Sans"/>
                <a:cs typeface="DM Sans"/>
                <a:sym typeface="DM Sans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408" b="1">
                  <a:solidFill>
                    <a:srgbClr val="4B6919"/>
                  </a:solidFill>
                  <a:latin typeface="DM Sans"/>
                  <a:ea typeface="DM Sans"/>
                  <a:cs typeface="DM Sans"/>
                  <a:sym typeface="DM Sans"/>
                </a:rPr>
                <a:t>RANDOM FOREST</a:t>
              </a:r>
              <a:endParaRPr sz="1408" b="1">
                <a:solidFill>
                  <a:srgbClr val="4B6919"/>
                </a:solidFill>
                <a:latin typeface="DM Sans"/>
                <a:ea typeface="DM Sans"/>
                <a:cs typeface="DM Sans"/>
                <a:sym typeface="DM Sans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8" b="1">
                <a:solidFill>
                  <a:srgbClr val="4B6919"/>
                </a:solidFill>
                <a:latin typeface="DM Sans"/>
                <a:ea typeface="DM Sans"/>
                <a:cs typeface="DM Sans"/>
                <a:sym typeface="DM Sans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408" b="1">
                  <a:solidFill>
                    <a:srgbClr val="4B6919"/>
                  </a:solidFill>
                  <a:latin typeface="DM Sans"/>
                  <a:ea typeface="DM Sans"/>
                  <a:cs typeface="DM Sans"/>
                  <a:sym typeface="DM Sans"/>
                </a:rPr>
                <a:t>SGD</a:t>
              </a:r>
              <a:endParaRPr sz="1408" b="1">
                <a:solidFill>
                  <a:srgbClr val="4B6919"/>
                </a:solidFill>
                <a:latin typeface="DM Sans"/>
                <a:ea typeface="DM Sans"/>
                <a:cs typeface="DM Sans"/>
                <a:sym typeface="DM Sans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8" b="1">
                <a:solidFill>
                  <a:srgbClr val="4B6919"/>
                </a:solidFill>
                <a:latin typeface="DM Sans"/>
                <a:ea typeface="DM Sans"/>
                <a:cs typeface="DM Sans"/>
                <a:sym typeface="DM Sans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408" b="1">
                  <a:solidFill>
                    <a:srgbClr val="4B6919"/>
                  </a:solidFill>
                  <a:latin typeface="DM Sans"/>
                  <a:ea typeface="DM Sans"/>
                  <a:cs typeface="DM Sans"/>
                  <a:sym typeface="DM Sans"/>
                </a:rPr>
                <a:t>SVM</a:t>
              </a:r>
              <a:endParaRPr sz="1408" b="1">
                <a:solidFill>
                  <a:srgbClr val="4B6919"/>
                </a:solidFill>
                <a:latin typeface="DM Sans"/>
                <a:ea typeface="DM Sans"/>
                <a:cs typeface="DM Sans"/>
                <a:sym typeface="DM Sans"/>
              </a:endParaRPr>
            </a:p>
          </p:txBody>
        </p:sp>
        <p:cxnSp>
          <p:nvCxnSpPr>
            <p:cNvPr id="538" name="Google Shape;538;p47"/>
            <p:cNvCxnSpPr/>
            <p:nvPr/>
          </p:nvCxnSpPr>
          <p:spPr>
            <a:xfrm>
              <a:off x="3378800" y="3338491"/>
              <a:ext cx="1105500" cy="0"/>
            </a:xfrm>
            <a:prstGeom prst="straightConnector1">
              <a:avLst/>
            </a:prstGeom>
            <a:noFill/>
            <a:ln w="13425" cap="flat" cmpd="sng">
              <a:solidFill>
                <a:srgbClr val="9BD839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pic>
        <p:nvPicPr>
          <p:cNvPr id="539" name="Google Shape;539;p4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658912" y="646063"/>
            <a:ext cx="4267163" cy="2439684"/>
          </a:xfrm>
          <a:prstGeom prst="rect">
            <a:avLst/>
          </a:prstGeom>
          <a:noFill/>
          <a:ln>
            <a:noFill/>
          </a:ln>
        </p:spPr>
      </p:pic>
      <p:sp>
        <p:nvSpPr>
          <p:cNvPr id="540" name="Google Shape;540;p47"/>
          <p:cNvSpPr txBox="1"/>
          <p:nvPr/>
        </p:nvSpPr>
        <p:spPr>
          <a:xfrm>
            <a:off x="2792925" y="3396150"/>
            <a:ext cx="3000000" cy="100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9CDCFE"/>
                </a:solidFill>
                <a:highlight>
                  <a:schemeClr val="dk1"/>
                </a:highlight>
                <a:latin typeface="Consolas"/>
                <a:ea typeface="Consolas"/>
                <a:cs typeface="Consolas"/>
                <a:sym typeface="Consolas"/>
              </a:rPr>
              <a:t>base_dt</a:t>
            </a:r>
            <a:r>
              <a:rPr lang="en" sz="1050">
                <a:solidFill>
                  <a:srgbClr val="FFFFFF"/>
                </a:solidFill>
                <a:highlight>
                  <a:schemeClr val="dk1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050">
                <a:solidFill>
                  <a:srgbClr val="D4D4D4"/>
                </a:solidFill>
                <a:highlight>
                  <a:schemeClr val="dk1"/>
                </a:highlight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en" sz="1050">
                <a:solidFill>
                  <a:srgbClr val="FFFFFF"/>
                </a:solidFill>
                <a:highlight>
                  <a:schemeClr val="dk1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050">
                <a:solidFill>
                  <a:srgbClr val="4EC9B0"/>
                </a:solidFill>
                <a:highlight>
                  <a:schemeClr val="dk1"/>
                </a:highlight>
                <a:latin typeface="Consolas"/>
                <a:ea typeface="Consolas"/>
                <a:cs typeface="Consolas"/>
                <a:sym typeface="Consolas"/>
              </a:rPr>
              <a:t>DecisionTreeClassifier</a:t>
            </a:r>
            <a:r>
              <a:rPr lang="en" sz="1050">
                <a:solidFill>
                  <a:srgbClr val="FFFFFF"/>
                </a:solidFill>
                <a:highlight>
                  <a:schemeClr val="dk1"/>
                </a:highlight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" sz="1050">
                <a:solidFill>
                  <a:srgbClr val="9CDCFE"/>
                </a:solidFill>
                <a:highlight>
                  <a:schemeClr val="dk1"/>
                </a:highlight>
                <a:latin typeface="Consolas"/>
                <a:ea typeface="Consolas"/>
                <a:cs typeface="Consolas"/>
                <a:sym typeface="Consolas"/>
              </a:rPr>
              <a:t>random_state</a:t>
            </a:r>
            <a:r>
              <a:rPr lang="en" sz="1050">
                <a:solidFill>
                  <a:srgbClr val="D4D4D4"/>
                </a:solidFill>
                <a:highlight>
                  <a:schemeClr val="dk1"/>
                </a:highlight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en" sz="1050">
                <a:solidFill>
                  <a:srgbClr val="B5CEA8"/>
                </a:solidFill>
                <a:highlight>
                  <a:schemeClr val="dk1"/>
                </a:highlight>
                <a:latin typeface="Consolas"/>
                <a:ea typeface="Consolas"/>
                <a:cs typeface="Consolas"/>
                <a:sym typeface="Consolas"/>
              </a:rPr>
              <a:t>42</a:t>
            </a:r>
            <a:r>
              <a:rPr lang="en" sz="1050">
                <a:solidFill>
                  <a:srgbClr val="FFFFFF"/>
                </a:solidFill>
                <a:highlight>
                  <a:schemeClr val="dk1"/>
                </a:highlight>
                <a:latin typeface="Consolas"/>
                <a:ea typeface="Consolas"/>
                <a:cs typeface="Consolas"/>
                <a:sym typeface="Consolas"/>
              </a:rPr>
              <a:t>,</a:t>
            </a:r>
            <a:r>
              <a:rPr lang="en" sz="1050">
                <a:solidFill>
                  <a:srgbClr val="9CDCFE"/>
                </a:solidFill>
                <a:highlight>
                  <a:schemeClr val="dk1"/>
                </a:highlight>
                <a:latin typeface="Consolas"/>
                <a:ea typeface="Consolas"/>
                <a:cs typeface="Consolas"/>
                <a:sym typeface="Consolas"/>
              </a:rPr>
              <a:t>class_weight</a:t>
            </a:r>
            <a:r>
              <a:rPr lang="en" sz="1050">
                <a:solidFill>
                  <a:srgbClr val="D4D4D4"/>
                </a:solidFill>
                <a:highlight>
                  <a:schemeClr val="dk1"/>
                </a:highlight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en" sz="1050">
                <a:solidFill>
                  <a:srgbClr val="CE9178"/>
                </a:solidFill>
                <a:highlight>
                  <a:schemeClr val="dk1"/>
                </a:highlight>
                <a:latin typeface="Consolas"/>
                <a:ea typeface="Consolas"/>
                <a:cs typeface="Consolas"/>
                <a:sym typeface="Consolas"/>
              </a:rPr>
              <a:t>'balanced'</a:t>
            </a:r>
            <a:r>
              <a:rPr lang="en" sz="1050">
                <a:solidFill>
                  <a:srgbClr val="FFFFFF"/>
                </a:solidFill>
                <a:highlight>
                  <a:schemeClr val="dk1"/>
                </a:highlight>
                <a:latin typeface="Consolas"/>
                <a:ea typeface="Consolas"/>
                <a:cs typeface="Consolas"/>
                <a:sym typeface="Consolas"/>
              </a:rPr>
              <a:t>)</a:t>
            </a:r>
            <a:endParaRPr sz="1050">
              <a:solidFill>
                <a:srgbClr val="FFFFFF"/>
              </a:solidFill>
              <a:highlight>
                <a:schemeClr val="dk1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050">
              <a:solidFill>
                <a:srgbClr val="FFFFFF"/>
              </a:solidFill>
              <a:highlight>
                <a:schemeClr val="dk1"/>
              </a:highlight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541" name="Google Shape;541;p47"/>
          <p:cNvSpPr txBox="1"/>
          <p:nvPr/>
        </p:nvSpPr>
        <p:spPr>
          <a:xfrm>
            <a:off x="2792925" y="4139100"/>
            <a:ext cx="3000000" cy="100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9CDCFE"/>
                </a:solidFill>
                <a:highlight>
                  <a:schemeClr val="dk1"/>
                </a:highlight>
                <a:latin typeface="Consolas"/>
                <a:ea typeface="Consolas"/>
                <a:cs typeface="Consolas"/>
                <a:sym typeface="Consolas"/>
              </a:rPr>
              <a:t>param_grid</a:t>
            </a:r>
            <a:r>
              <a:rPr lang="en" sz="1050">
                <a:solidFill>
                  <a:srgbClr val="FFFFFF"/>
                </a:solidFill>
                <a:highlight>
                  <a:schemeClr val="dk1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050">
                <a:solidFill>
                  <a:srgbClr val="D4D4D4"/>
                </a:solidFill>
                <a:highlight>
                  <a:schemeClr val="dk1"/>
                </a:highlight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en" sz="1050">
                <a:solidFill>
                  <a:srgbClr val="FFFFFF"/>
                </a:solidFill>
                <a:highlight>
                  <a:schemeClr val="dk1"/>
                </a:highlight>
                <a:latin typeface="Consolas"/>
                <a:ea typeface="Consolas"/>
                <a:cs typeface="Consolas"/>
                <a:sym typeface="Consolas"/>
              </a:rPr>
              <a:t> {</a:t>
            </a:r>
            <a:endParaRPr sz="1050">
              <a:solidFill>
                <a:srgbClr val="FFFFFF"/>
              </a:solidFill>
              <a:highlight>
                <a:schemeClr val="dk1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FFFFFF"/>
                </a:solidFill>
                <a:highlight>
                  <a:schemeClr val="dk1"/>
                </a:highlight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en" sz="1050">
                <a:solidFill>
                  <a:srgbClr val="CE9178"/>
                </a:solidFill>
                <a:highlight>
                  <a:schemeClr val="dk1"/>
                </a:highlight>
                <a:latin typeface="Consolas"/>
                <a:ea typeface="Consolas"/>
                <a:cs typeface="Consolas"/>
                <a:sym typeface="Consolas"/>
              </a:rPr>
              <a:t>'max_depth'</a:t>
            </a:r>
            <a:r>
              <a:rPr lang="en" sz="1050">
                <a:solidFill>
                  <a:srgbClr val="FFFFFF"/>
                </a:solidFill>
                <a:highlight>
                  <a:schemeClr val="dk1"/>
                </a:highlight>
                <a:latin typeface="Consolas"/>
                <a:ea typeface="Consolas"/>
                <a:cs typeface="Consolas"/>
                <a:sym typeface="Consolas"/>
              </a:rPr>
              <a:t>: [</a:t>
            </a:r>
            <a:r>
              <a:rPr lang="en" sz="1050">
                <a:solidFill>
                  <a:srgbClr val="B5CEA8"/>
                </a:solidFill>
                <a:highlight>
                  <a:schemeClr val="dk1"/>
                </a:highlight>
                <a:latin typeface="Consolas"/>
                <a:ea typeface="Consolas"/>
                <a:cs typeface="Consolas"/>
                <a:sym typeface="Consolas"/>
              </a:rPr>
              <a:t>3</a:t>
            </a:r>
            <a:r>
              <a:rPr lang="en" sz="1050">
                <a:solidFill>
                  <a:srgbClr val="FFFFFF"/>
                </a:solidFill>
                <a:highlight>
                  <a:schemeClr val="dk1"/>
                </a:highlight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" sz="1050">
                <a:solidFill>
                  <a:srgbClr val="B5CEA8"/>
                </a:solidFill>
                <a:highlight>
                  <a:schemeClr val="dk1"/>
                </a:highlight>
                <a:latin typeface="Consolas"/>
                <a:ea typeface="Consolas"/>
                <a:cs typeface="Consolas"/>
                <a:sym typeface="Consolas"/>
              </a:rPr>
              <a:t>5</a:t>
            </a:r>
            <a:r>
              <a:rPr lang="en" sz="1050">
                <a:solidFill>
                  <a:srgbClr val="FFFFFF"/>
                </a:solidFill>
                <a:highlight>
                  <a:schemeClr val="dk1"/>
                </a:highlight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" sz="1050">
                <a:solidFill>
                  <a:srgbClr val="B5CEA8"/>
                </a:solidFill>
                <a:highlight>
                  <a:schemeClr val="dk1"/>
                </a:highlight>
                <a:latin typeface="Consolas"/>
                <a:ea typeface="Consolas"/>
                <a:cs typeface="Consolas"/>
                <a:sym typeface="Consolas"/>
              </a:rPr>
              <a:t>7</a:t>
            </a:r>
            <a:r>
              <a:rPr lang="en" sz="1050">
                <a:solidFill>
                  <a:srgbClr val="FFFFFF"/>
                </a:solidFill>
                <a:highlight>
                  <a:schemeClr val="dk1"/>
                </a:highlight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" sz="1050">
                <a:solidFill>
                  <a:srgbClr val="B5CEA8"/>
                </a:solidFill>
                <a:highlight>
                  <a:schemeClr val="dk1"/>
                </a:highlight>
                <a:latin typeface="Consolas"/>
                <a:ea typeface="Consolas"/>
                <a:cs typeface="Consolas"/>
                <a:sym typeface="Consolas"/>
              </a:rPr>
              <a:t>10</a:t>
            </a:r>
            <a:r>
              <a:rPr lang="en" sz="1050">
                <a:solidFill>
                  <a:srgbClr val="FFFFFF"/>
                </a:solidFill>
                <a:highlight>
                  <a:schemeClr val="dk1"/>
                </a:highlight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" sz="1050">
                <a:solidFill>
                  <a:srgbClr val="569CD6"/>
                </a:solidFill>
                <a:highlight>
                  <a:schemeClr val="dk1"/>
                </a:highlight>
                <a:latin typeface="Consolas"/>
                <a:ea typeface="Consolas"/>
                <a:cs typeface="Consolas"/>
                <a:sym typeface="Consolas"/>
              </a:rPr>
              <a:t>None</a:t>
            </a:r>
            <a:r>
              <a:rPr lang="en" sz="1050">
                <a:solidFill>
                  <a:srgbClr val="FFFFFF"/>
                </a:solidFill>
                <a:highlight>
                  <a:schemeClr val="dk1"/>
                </a:highlight>
                <a:latin typeface="Consolas"/>
                <a:ea typeface="Consolas"/>
                <a:cs typeface="Consolas"/>
                <a:sym typeface="Consolas"/>
              </a:rPr>
              <a:t>],</a:t>
            </a:r>
            <a:endParaRPr sz="1050">
              <a:solidFill>
                <a:srgbClr val="FFFFFF"/>
              </a:solidFill>
              <a:highlight>
                <a:schemeClr val="dk1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FFFFFF"/>
                </a:solidFill>
                <a:highlight>
                  <a:schemeClr val="dk1"/>
                </a:highlight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en" sz="1050">
                <a:solidFill>
                  <a:srgbClr val="CE9178"/>
                </a:solidFill>
                <a:highlight>
                  <a:schemeClr val="dk1"/>
                </a:highlight>
                <a:latin typeface="Consolas"/>
                <a:ea typeface="Consolas"/>
                <a:cs typeface="Consolas"/>
                <a:sym typeface="Consolas"/>
              </a:rPr>
              <a:t>'criterion'</a:t>
            </a:r>
            <a:r>
              <a:rPr lang="en" sz="1050">
                <a:solidFill>
                  <a:srgbClr val="FFFFFF"/>
                </a:solidFill>
                <a:highlight>
                  <a:schemeClr val="dk1"/>
                </a:highlight>
                <a:latin typeface="Consolas"/>
                <a:ea typeface="Consolas"/>
                <a:cs typeface="Consolas"/>
                <a:sym typeface="Consolas"/>
              </a:rPr>
              <a:t>: [</a:t>
            </a:r>
            <a:r>
              <a:rPr lang="en" sz="1050">
                <a:solidFill>
                  <a:srgbClr val="CE9178"/>
                </a:solidFill>
                <a:highlight>
                  <a:schemeClr val="dk1"/>
                </a:highlight>
                <a:latin typeface="Consolas"/>
                <a:ea typeface="Consolas"/>
                <a:cs typeface="Consolas"/>
                <a:sym typeface="Consolas"/>
              </a:rPr>
              <a:t>'gini'</a:t>
            </a:r>
            <a:r>
              <a:rPr lang="en" sz="1050">
                <a:solidFill>
                  <a:srgbClr val="FFFFFF"/>
                </a:solidFill>
                <a:highlight>
                  <a:schemeClr val="dk1"/>
                </a:highlight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" sz="1050">
                <a:solidFill>
                  <a:srgbClr val="CE9178"/>
                </a:solidFill>
                <a:highlight>
                  <a:schemeClr val="dk1"/>
                </a:highlight>
                <a:latin typeface="Consolas"/>
                <a:ea typeface="Consolas"/>
                <a:cs typeface="Consolas"/>
                <a:sym typeface="Consolas"/>
              </a:rPr>
              <a:t>'entropy'</a:t>
            </a:r>
            <a:r>
              <a:rPr lang="en" sz="1050">
                <a:solidFill>
                  <a:srgbClr val="FFFFFF"/>
                </a:solidFill>
                <a:highlight>
                  <a:schemeClr val="dk1"/>
                </a:highlight>
                <a:latin typeface="Consolas"/>
                <a:ea typeface="Consolas"/>
                <a:cs typeface="Consolas"/>
                <a:sym typeface="Consolas"/>
              </a:rPr>
              <a:t>]</a:t>
            </a:r>
            <a:endParaRPr sz="1050">
              <a:solidFill>
                <a:srgbClr val="FFFFFF"/>
              </a:solidFill>
              <a:highlight>
                <a:schemeClr val="dk1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FFFFFF"/>
                </a:solidFill>
                <a:highlight>
                  <a:schemeClr val="dk1"/>
                </a:highlight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1050">
              <a:solidFill>
                <a:srgbClr val="FFFFFF"/>
              </a:solidFill>
              <a:highlight>
                <a:schemeClr val="dk1"/>
              </a:highlight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542" name="Google Shape;542;p47"/>
          <p:cNvSpPr txBox="1"/>
          <p:nvPr/>
        </p:nvSpPr>
        <p:spPr>
          <a:xfrm>
            <a:off x="6144000" y="3261900"/>
            <a:ext cx="3000000" cy="188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9CDCFE"/>
                </a:solidFill>
                <a:highlight>
                  <a:schemeClr val="dk1"/>
                </a:highlight>
                <a:latin typeface="Consolas"/>
                <a:ea typeface="Consolas"/>
                <a:cs typeface="Consolas"/>
                <a:sym typeface="Consolas"/>
              </a:rPr>
              <a:t>grid_search</a:t>
            </a:r>
            <a:r>
              <a:rPr lang="en" sz="1050">
                <a:solidFill>
                  <a:srgbClr val="FFFFFF"/>
                </a:solidFill>
                <a:highlight>
                  <a:schemeClr val="dk1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050">
                <a:solidFill>
                  <a:srgbClr val="D4D4D4"/>
                </a:solidFill>
                <a:highlight>
                  <a:schemeClr val="dk1"/>
                </a:highlight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en" sz="1050">
                <a:solidFill>
                  <a:srgbClr val="FFFFFF"/>
                </a:solidFill>
                <a:highlight>
                  <a:schemeClr val="dk1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050">
                <a:solidFill>
                  <a:srgbClr val="4EC9B0"/>
                </a:solidFill>
                <a:highlight>
                  <a:schemeClr val="dk1"/>
                </a:highlight>
                <a:latin typeface="Consolas"/>
                <a:ea typeface="Consolas"/>
                <a:cs typeface="Consolas"/>
                <a:sym typeface="Consolas"/>
              </a:rPr>
              <a:t>GridSearchCV</a:t>
            </a:r>
            <a:r>
              <a:rPr lang="en" sz="1050">
                <a:solidFill>
                  <a:srgbClr val="FFFFFF"/>
                </a:solidFill>
                <a:highlight>
                  <a:schemeClr val="dk1"/>
                </a:highlight>
                <a:latin typeface="Consolas"/>
                <a:ea typeface="Consolas"/>
                <a:cs typeface="Consolas"/>
                <a:sym typeface="Consolas"/>
              </a:rPr>
              <a:t>(</a:t>
            </a:r>
            <a:endParaRPr sz="1050">
              <a:solidFill>
                <a:srgbClr val="FFFFFF"/>
              </a:solidFill>
              <a:highlight>
                <a:schemeClr val="dk1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FFFFFF"/>
                </a:solidFill>
                <a:highlight>
                  <a:schemeClr val="dk1"/>
                </a:highlight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en" sz="1050">
                <a:solidFill>
                  <a:srgbClr val="9CDCFE"/>
                </a:solidFill>
                <a:highlight>
                  <a:schemeClr val="dk1"/>
                </a:highlight>
                <a:latin typeface="Consolas"/>
                <a:ea typeface="Consolas"/>
                <a:cs typeface="Consolas"/>
                <a:sym typeface="Consolas"/>
              </a:rPr>
              <a:t>estimator</a:t>
            </a:r>
            <a:r>
              <a:rPr lang="en" sz="1050">
                <a:solidFill>
                  <a:srgbClr val="D4D4D4"/>
                </a:solidFill>
                <a:highlight>
                  <a:schemeClr val="dk1"/>
                </a:highlight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en" sz="1050">
                <a:solidFill>
                  <a:srgbClr val="9CDCFE"/>
                </a:solidFill>
                <a:highlight>
                  <a:schemeClr val="dk1"/>
                </a:highlight>
                <a:latin typeface="Consolas"/>
                <a:ea typeface="Consolas"/>
                <a:cs typeface="Consolas"/>
                <a:sym typeface="Consolas"/>
              </a:rPr>
              <a:t>base_dt</a:t>
            </a:r>
            <a:r>
              <a:rPr lang="en" sz="1050">
                <a:solidFill>
                  <a:srgbClr val="FFFFFF"/>
                </a:solidFill>
                <a:highlight>
                  <a:schemeClr val="dk1"/>
                </a:highlight>
                <a:latin typeface="Consolas"/>
                <a:ea typeface="Consolas"/>
                <a:cs typeface="Consolas"/>
                <a:sym typeface="Consolas"/>
              </a:rPr>
              <a:t>,</a:t>
            </a:r>
            <a:endParaRPr sz="1050">
              <a:solidFill>
                <a:srgbClr val="FFFFFF"/>
              </a:solidFill>
              <a:highlight>
                <a:schemeClr val="dk1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FFFFFF"/>
                </a:solidFill>
                <a:highlight>
                  <a:schemeClr val="dk1"/>
                </a:highlight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en" sz="1050">
                <a:solidFill>
                  <a:srgbClr val="9CDCFE"/>
                </a:solidFill>
                <a:highlight>
                  <a:schemeClr val="dk1"/>
                </a:highlight>
                <a:latin typeface="Consolas"/>
                <a:ea typeface="Consolas"/>
                <a:cs typeface="Consolas"/>
                <a:sym typeface="Consolas"/>
              </a:rPr>
              <a:t>param_grid</a:t>
            </a:r>
            <a:r>
              <a:rPr lang="en" sz="1050">
                <a:solidFill>
                  <a:srgbClr val="D4D4D4"/>
                </a:solidFill>
                <a:highlight>
                  <a:schemeClr val="dk1"/>
                </a:highlight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en" sz="1050">
                <a:solidFill>
                  <a:srgbClr val="9CDCFE"/>
                </a:solidFill>
                <a:highlight>
                  <a:schemeClr val="dk1"/>
                </a:highlight>
                <a:latin typeface="Consolas"/>
                <a:ea typeface="Consolas"/>
                <a:cs typeface="Consolas"/>
                <a:sym typeface="Consolas"/>
              </a:rPr>
              <a:t>param_grid</a:t>
            </a:r>
            <a:r>
              <a:rPr lang="en" sz="1050">
                <a:solidFill>
                  <a:srgbClr val="FFFFFF"/>
                </a:solidFill>
                <a:highlight>
                  <a:schemeClr val="dk1"/>
                </a:highlight>
                <a:latin typeface="Consolas"/>
                <a:ea typeface="Consolas"/>
                <a:cs typeface="Consolas"/>
                <a:sym typeface="Consolas"/>
              </a:rPr>
              <a:t>,</a:t>
            </a:r>
            <a:endParaRPr sz="1050">
              <a:solidFill>
                <a:srgbClr val="FFFFFF"/>
              </a:solidFill>
              <a:highlight>
                <a:schemeClr val="dk1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FFFFFF"/>
                </a:solidFill>
                <a:highlight>
                  <a:schemeClr val="dk1"/>
                </a:highlight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en" sz="1050">
                <a:solidFill>
                  <a:srgbClr val="9CDCFE"/>
                </a:solidFill>
                <a:highlight>
                  <a:schemeClr val="dk1"/>
                </a:highlight>
                <a:latin typeface="Consolas"/>
                <a:ea typeface="Consolas"/>
                <a:cs typeface="Consolas"/>
                <a:sym typeface="Consolas"/>
              </a:rPr>
              <a:t>scoring</a:t>
            </a:r>
            <a:r>
              <a:rPr lang="en" sz="1050">
                <a:solidFill>
                  <a:srgbClr val="D4D4D4"/>
                </a:solidFill>
                <a:highlight>
                  <a:schemeClr val="dk1"/>
                </a:highlight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en" sz="1050">
                <a:solidFill>
                  <a:srgbClr val="CE9178"/>
                </a:solidFill>
                <a:highlight>
                  <a:schemeClr val="dk1"/>
                </a:highlight>
                <a:latin typeface="Consolas"/>
                <a:ea typeface="Consolas"/>
                <a:cs typeface="Consolas"/>
                <a:sym typeface="Consolas"/>
              </a:rPr>
              <a:t>'recall'</a:t>
            </a:r>
            <a:r>
              <a:rPr lang="en" sz="1050">
                <a:solidFill>
                  <a:srgbClr val="FFFFFF"/>
                </a:solidFill>
                <a:highlight>
                  <a:schemeClr val="dk1"/>
                </a:highlight>
                <a:latin typeface="Consolas"/>
                <a:ea typeface="Consolas"/>
                <a:cs typeface="Consolas"/>
                <a:sym typeface="Consolas"/>
              </a:rPr>
              <a:t>,  </a:t>
            </a:r>
            <a:r>
              <a:rPr lang="en" sz="1050">
                <a:solidFill>
                  <a:srgbClr val="7CA668"/>
                </a:solidFill>
                <a:highlight>
                  <a:schemeClr val="dk1"/>
                </a:highlight>
                <a:latin typeface="Consolas"/>
                <a:ea typeface="Consolas"/>
                <a:cs typeface="Consolas"/>
                <a:sym typeface="Consolas"/>
              </a:rPr>
              <a:t># Discussed this for our medical diagnosis context</a:t>
            </a:r>
            <a:endParaRPr sz="1050">
              <a:solidFill>
                <a:srgbClr val="7CA668"/>
              </a:solidFill>
              <a:highlight>
                <a:schemeClr val="dk1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FFFFFF"/>
                </a:solidFill>
                <a:highlight>
                  <a:schemeClr val="dk1"/>
                </a:highlight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en" sz="1050">
                <a:solidFill>
                  <a:srgbClr val="9CDCFE"/>
                </a:solidFill>
                <a:highlight>
                  <a:schemeClr val="dk1"/>
                </a:highlight>
                <a:latin typeface="Consolas"/>
                <a:ea typeface="Consolas"/>
                <a:cs typeface="Consolas"/>
                <a:sym typeface="Consolas"/>
              </a:rPr>
              <a:t>cv</a:t>
            </a:r>
            <a:r>
              <a:rPr lang="en" sz="1050">
                <a:solidFill>
                  <a:srgbClr val="D4D4D4"/>
                </a:solidFill>
                <a:highlight>
                  <a:schemeClr val="dk1"/>
                </a:highlight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en" sz="1050">
                <a:solidFill>
                  <a:srgbClr val="B5CEA8"/>
                </a:solidFill>
                <a:highlight>
                  <a:schemeClr val="dk1"/>
                </a:highlight>
                <a:latin typeface="Consolas"/>
                <a:ea typeface="Consolas"/>
                <a:cs typeface="Consolas"/>
                <a:sym typeface="Consolas"/>
              </a:rPr>
              <a:t>5</a:t>
            </a:r>
            <a:r>
              <a:rPr lang="en" sz="1050">
                <a:solidFill>
                  <a:srgbClr val="FFFFFF"/>
                </a:solidFill>
                <a:highlight>
                  <a:schemeClr val="dk1"/>
                </a:highlight>
                <a:latin typeface="Consolas"/>
                <a:ea typeface="Consolas"/>
                <a:cs typeface="Consolas"/>
                <a:sym typeface="Consolas"/>
              </a:rPr>
              <a:t>,</a:t>
            </a:r>
            <a:endParaRPr sz="1050">
              <a:solidFill>
                <a:srgbClr val="FFFFFF"/>
              </a:solidFill>
              <a:highlight>
                <a:schemeClr val="dk1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FFFFFF"/>
                </a:solidFill>
                <a:highlight>
                  <a:schemeClr val="dk1"/>
                </a:highlight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en" sz="1050">
                <a:solidFill>
                  <a:srgbClr val="9CDCFE"/>
                </a:solidFill>
                <a:highlight>
                  <a:schemeClr val="dk1"/>
                </a:highlight>
                <a:latin typeface="Consolas"/>
                <a:ea typeface="Consolas"/>
                <a:cs typeface="Consolas"/>
                <a:sym typeface="Consolas"/>
              </a:rPr>
              <a:t>n_jobs</a:t>
            </a:r>
            <a:r>
              <a:rPr lang="en" sz="1050">
                <a:solidFill>
                  <a:srgbClr val="D4D4D4"/>
                </a:solidFill>
                <a:highlight>
                  <a:schemeClr val="dk1"/>
                </a:highlight>
                <a:latin typeface="Consolas"/>
                <a:ea typeface="Consolas"/>
                <a:cs typeface="Consolas"/>
                <a:sym typeface="Consolas"/>
              </a:rPr>
              <a:t>=-</a:t>
            </a:r>
            <a:r>
              <a:rPr lang="en" sz="1050">
                <a:solidFill>
                  <a:srgbClr val="B5CEA8"/>
                </a:solidFill>
                <a:highlight>
                  <a:schemeClr val="dk1"/>
                </a:highlight>
                <a:latin typeface="Consolas"/>
                <a:ea typeface="Consolas"/>
                <a:cs typeface="Consolas"/>
                <a:sym typeface="Consolas"/>
              </a:rPr>
              <a:t>1</a:t>
            </a:r>
            <a:endParaRPr sz="1050">
              <a:solidFill>
                <a:srgbClr val="B5CEA8"/>
              </a:solidFill>
              <a:highlight>
                <a:schemeClr val="dk1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FFFFFF"/>
                </a:solidFill>
                <a:highlight>
                  <a:schemeClr val="dk1"/>
                </a:highlight>
                <a:latin typeface="Consolas"/>
                <a:ea typeface="Consolas"/>
                <a:cs typeface="Consolas"/>
                <a:sym typeface="Consolas"/>
              </a:rPr>
              <a:t>)</a:t>
            </a:r>
            <a:endParaRPr sz="1050">
              <a:solidFill>
                <a:srgbClr val="FFFFFF"/>
              </a:solidFill>
              <a:highlight>
                <a:schemeClr val="dk1"/>
              </a:highlight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47" name="Google Shape;547;p48"/>
          <p:cNvGrpSpPr/>
          <p:nvPr/>
        </p:nvGrpSpPr>
        <p:grpSpPr>
          <a:xfrm>
            <a:off x="252594" y="252444"/>
            <a:ext cx="1784174" cy="4638618"/>
            <a:chOff x="3305138" y="924863"/>
            <a:chExt cx="1266899" cy="3293771"/>
          </a:xfrm>
        </p:grpSpPr>
        <p:sp>
          <p:nvSpPr>
            <p:cNvPr id="548" name="Google Shape;548;p48"/>
            <p:cNvSpPr/>
            <p:nvPr/>
          </p:nvSpPr>
          <p:spPr>
            <a:xfrm>
              <a:off x="3305138" y="924863"/>
              <a:ext cx="1252800" cy="3293700"/>
            </a:xfrm>
            <a:prstGeom prst="roundRect">
              <a:avLst>
                <a:gd name="adj" fmla="val 8835"/>
              </a:avLst>
            </a:prstGeom>
            <a:solidFill>
              <a:srgbClr val="000000"/>
            </a:solidFill>
            <a:ln>
              <a:noFill/>
            </a:ln>
          </p:spPr>
          <p:txBody>
            <a:bodyPr spcFirstLastPara="1" wrap="square" lIns="128775" tIns="128775" rIns="128775" bIns="12877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972"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549" name="Google Shape;549;p48"/>
            <p:cNvSpPr txBox="1"/>
            <p:nvPr/>
          </p:nvSpPr>
          <p:spPr>
            <a:xfrm>
              <a:off x="3305150" y="3336933"/>
              <a:ext cx="1252800" cy="881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7746">
                  <a:solidFill>
                    <a:srgbClr val="9BD839"/>
                  </a:solidFill>
                  <a:latin typeface="Days One"/>
                  <a:ea typeface="Days One"/>
                  <a:cs typeface="Days One"/>
                  <a:sym typeface="Days One"/>
                </a:rPr>
                <a:t>02</a:t>
              </a:r>
              <a:endParaRPr sz="7746">
                <a:solidFill>
                  <a:srgbClr val="9BD839"/>
                </a:solidFill>
                <a:latin typeface="Days One"/>
                <a:ea typeface="Days One"/>
                <a:cs typeface="Days One"/>
                <a:sym typeface="Days One"/>
              </a:endParaRPr>
            </a:p>
          </p:txBody>
        </p:sp>
        <p:sp>
          <p:nvSpPr>
            <p:cNvPr id="550" name="Google Shape;550;p48"/>
            <p:cNvSpPr txBox="1"/>
            <p:nvPr/>
          </p:nvSpPr>
          <p:spPr>
            <a:xfrm>
              <a:off x="3319237" y="1064427"/>
              <a:ext cx="1252800" cy="1995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28775" tIns="25725" rIns="64350" bIns="257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408" b="1">
                  <a:solidFill>
                    <a:srgbClr val="9BD839"/>
                  </a:solidFill>
                  <a:latin typeface="DM Sans"/>
                  <a:ea typeface="DM Sans"/>
                  <a:cs typeface="DM Sans"/>
                  <a:sym typeface="DM Sans"/>
                </a:rPr>
                <a:t>TUNED MODELS</a:t>
              </a:r>
              <a:endParaRPr sz="1408" b="1">
                <a:solidFill>
                  <a:srgbClr val="9BD839"/>
                </a:solidFill>
                <a:latin typeface="DM Sans"/>
                <a:ea typeface="DM Sans"/>
                <a:cs typeface="DM Sans"/>
                <a:sym typeface="DM Sans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8" b="1">
                <a:solidFill>
                  <a:srgbClr val="9BD839"/>
                </a:solidFill>
                <a:latin typeface="DM Sans"/>
                <a:ea typeface="DM Sans"/>
                <a:cs typeface="DM Sans"/>
                <a:sym typeface="DM Sans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408" b="1">
                  <a:solidFill>
                    <a:srgbClr val="4B6919"/>
                  </a:solidFill>
                  <a:latin typeface="DM Sans"/>
                  <a:ea typeface="DM Sans"/>
                  <a:cs typeface="DM Sans"/>
                  <a:sym typeface="DM Sans"/>
                </a:rPr>
                <a:t>LOGISTIC REGRESSION</a:t>
              </a:r>
              <a:endParaRPr sz="1408" b="1">
                <a:solidFill>
                  <a:srgbClr val="4B6919"/>
                </a:solidFill>
                <a:latin typeface="DM Sans"/>
                <a:ea typeface="DM Sans"/>
                <a:cs typeface="DM Sans"/>
                <a:sym typeface="DM Sans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8" b="1">
                <a:solidFill>
                  <a:srgbClr val="9BD839"/>
                </a:solidFill>
                <a:latin typeface="DM Sans"/>
                <a:ea typeface="DM Sans"/>
                <a:cs typeface="DM Sans"/>
                <a:sym typeface="DM Sans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408" b="1">
                  <a:solidFill>
                    <a:srgbClr val="9BD839"/>
                  </a:solidFill>
                  <a:latin typeface="DM Sans"/>
                  <a:ea typeface="DM Sans"/>
                  <a:cs typeface="DM Sans"/>
                  <a:sym typeface="DM Sans"/>
                </a:rPr>
                <a:t>DECISION TREE</a:t>
              </a:r>
              <a:endParaRPr sz="1408" b="1">
                <a:solidFill>
                  <a:srgbClr val="9BD839"/>
                </a:solidFill>
                <a:latin typeface="DM Sans"/>
                <a:ea typeface="DM Sans"/>
                <a:cs typeface="DM Sans"/>
                <a:sym typeface="DM Sans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8" b="1">
                <a:solidFill>
                  <a:srgbClr val="4B6919"/>
                </a:solidFill>
                <a:latin typeface="DM Sans"/>
                <a:ea typeface="DM Sans"/>
                <a:cs typeface="DM Sans"/>
                <a:sym typeface="DM Sans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408" b="1">
                  <a:solidFill>
                    <a:srgbClr val="4B6919"/>
                  </a:solidFill>
                  <a:latin typeface="DM Sans"/>
                  <a:ea typeface="DM Sans"/>
                  <a:cs typeface="DM Sans"/>
                  <a:sym typeface="DM Sans"/>
                </a:rPr>
                <a:t>RANDOM FOREST</a:t>
              </a:r>
              <a:endParaRPr sz="1408" b="1">
                <a:solidFill>
                  <a:srgbClr val="4B6919"/>
                </a:solidFill>
                <a:latin typeface="DM Sans"/>
                <a:ea typeface="DM Sans"/>
                <a:cs typeface="DM Sans"/>
                <a:sym typeface="DM Sans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8" b="1">
                <a:solidFill>
                  <a:srgbClr val="4B6919"/>
                </a:solidFill>
                <a:latin typeface="DM Sans"/>
                <a:ea typeface="DM Sans"/>
                <a:cs typeface="DM Sans"/>
                <a:sym typeface="DM Sans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408" b="1">
                  <a:solidFill>
                    <a:srgbClr val="4B6919"/>
                  </a:solidFill>
                  <a:latin typeface="DM Sans"/>
                  <a:ea typeface="DM Sans"/>
                  <a:cs typeface="DM Sans"/>
                  <a:sym typeface="DM Sans"/>
                </a:rPr>
                <a:t>SGD</a:t>
              </a:r>
              <a:endParaRPr sz="1408" b="1">
                <a:solidFill>
                  <a:srgbClr val="4B6919"/>
                </a:solidFill>
                <a:latin typeface="DM Sans"/>
                <a:ea typeface="DM Sans"/>
                <a:cs typeface="DM Sans"/>
                <a:sym typeface="DM Sans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8" b="1">
                <a:solidFill>
                  <a:srgbClr val="4B6919"/>
                </a:solidFill>
                <a:latin typeface="DM Sans"/>
                <a:ea typeface="DM Sans"/>
                <a:cs typeface="DM Sans"/>
                <a:sym typeface="DM Sans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408" b="1">
                  <a:solidFill>
                    <a:srgbClr val="4B6919"/>
                  </a:solidFill>
                  <a:latin typeface="DM Sans"/>
                  <a:ea typeface="DM Sans"/>
                  <a:cs typeface="DM Sans"/>
                  <a:sym typeface="DM Sans"/>
                </a:rPr>
                <a:t>SVM</a:t>
              </a:r>
              <a:endParaRPr sz="1408" b="1">
                <a:solidFill>
                  <a:srgbClr val="4B6919"/>
                </a:solidFill>
                <a:latin typeface="DM Sans"/>
                <a:ea typeface="DM Sans"/>
                <a:cs typeface="DM Sans"/>
                <a:sym typeface="DM Sans"/>
              </a:endParaRPr>
            </a:p>
          </p:txBody>
        </p:sp>
        <p:cxnSp>
          <p:nvCxnSpPr>
            <p:cNvPr id="551" name="Google Shape;551;p48"/>
            <p:cNvCxnSpPr/>
            <p:nvPr/>
          </p:nvCxnSpPr>
          <p:spPr>
            <a:xfrm>
              <a:off x="3378800" y="3338491"/>
              <a:ext cx="1105500" cy="0"/>
            </a:xfrm>
            <a:prstGeom prst="straightConnector1">
              <a:avLst/>
            </a:prstGeom>
            <a:noFill/>
            <a:ln w="13425" cap="flat" cmpd="sng">
              <a:solidFill>
                <a:srgbClr val="9BD839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pic>
        <p:nvPicPr>
          <p:cNvPr id="552" name="Google Shape;552;p4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52911" y="680552"/>
            <a:ext cx="7107227" cy="375016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57" name="Google Shape;557;p49"/>
          <p:cNvGrpSpPr/>
          <p:nvPr/>
        </p:nvGrpSpPr>
        <p:grpSpPr>
          <a:xfrm>
            <a:off x="252594" y="252444"/>
            <a:ext cx="1784174" cy="4638618"/>
            <a:chOff x="3305138" y="924863"/>
            <a:chExt cx="1266899" cy="3293771"/>
          </a:xfrm>
        </p:grpSpPr>
        <p:sp>
          <p:nvSpPr>
            <p:cNvPr id="558" name="Google Shape;558;p49"/>
            <p:cNvSpPr/>
            <p:nvPr/>
          </p:nvSpPr>
          <p:spPr>
            <a:xfrm>
              <a:off x="3305138" y="924863"/>
              <a:ext cx="1252800" cy="3293700"/>
            </a:xfrm>
            <a:prstGeom prst="roundRect">
              <a:avLst>
                <a:gd name="adj" fmla="val 8835"/>
              </a:avLst>
            </a:prstGeom>
            <a:solidFill>
              <a:srgbClr val="000000"/>
            </a:solidFill>
            <a:ln>
              <a:noFill/>
            </a:ln>
          </p:spPr>
          <p:txBody>
            <a:bodyPr spcFirstLastPara="1" wrap="square" lIns="128775" tIns="128775" rIns="128775" bIns="12877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972"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559" name="Google Shape;559;p49"/>
            <p:cNvSpPr txBox="1"/>
            <p:nvPr/>
          </p:nvSpPr>
          <p:spPr>
            <a:xfrm>
              <a:off x="3305150" y="3336933"/>
              <a:ext cx="1252800" cy="881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7746">
                  <a:solidFill>
                    <a:srgbClr val="9BD839"/>
                  </a:solidFill>
                  <a:latin typeface="Days One"/>
                  <a:ea typeface="Days One"/>
                  <a:cs typeface="Days One"/>
                  <a:sym typeface="Days One"/>
                </a:rPr>
                <a:t>02</a:t>
              </a:r>
              <a:endParaRPr sz="7746">
                <a:solidFill>
                  <a:srgbClr val="9BD839"/>
                </a:solidFill>
                <a:latin typeface="Days One"/>
                <a:ea typeface="Days One"/>
                <a:cs typeface="Days One"/>
                <a:sym typeface="Days One"/>
              </a:endParaRPr>
            </a:p>
          </p:txBody>
        </p:sp>
        <p:sp>
          <p:nvSpPr>
            <p:cNvPr id="560" name="Google Shape;560;p49"/>
            <p:cNvSpPr txBox="1"/>
            <p:nvPr/>
          </p:nvSpPr>
          <p:spPr>
            <a:xfrm>
              <a:off x="3319237" y="1064427"/>
              <a:ext cx="1252800" cy="1995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28775" tIns="25725" rIns="64350" bIns="257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408" b="1">
                  <a:solidFill>
                    <a:srgbClr val="9BD839"/>
                  </a:solidFill>
                  <a:latin typeface="DM Sans"/>
                  <a:ea typeface="DM Sans"/>
                  <a:cs typeface="DM Sans"/>
                  <a:sym typeface="DM Sans"/>
                </a:rPr>
                <a:t>TUNED MODELS</a:t>
              </a:r>
              <a:endParaRPr sz="1408" b="1">
                <a:solidFill>
                  <a:srgbClr val="9BD839"/>
                </a:solidFill>
                <a:latin typeface="DM Sans"/>
                <a:ea typeface="DM Sans"/>
                <a:cs typeface="DM Sans"/>
                <a:sym typeface="DM Sans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8" b="1">
                <a:solidFill>
                  <a:srgbClr val="9BD839"/>
                </a:solidFill>
                <a:latin typeface="DM Sans"/>
                <a:ea typeface="DM Sans"/>
                <a:cs typeface="DM Sans"/>
                <a:sym typeface="DM Sans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408" b="1">
                  <a:solidFill>
                    <a:srgbClr val="4B6919"/>
                  </a:solidFill>
                  <a:latin typeface="DM Sans"/>
                  <a:ea typeface="DM Sans"/>
                  <a:cs typeface="DM Sans"/>
                  <a:sym typeface="DM Sans"/>
                </a:rPr>
                <a:t>LOGISTIC REGRESSION</a:t>
              </a:r>
              <a:endParaRPr sz="1408" b="1">
                <a:solidFill>
                  <a:srgbClr val="4B6919"/>
                </a:solidFill>
                <a:latin typeface="DM Sans"/>
                <a:ea typeface="DM Sans"/>
                <a:cs typeface="DM Sans"/>
                <a:sym typeface="DM Sans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8" b="1">
                <a:solidFill>
                  <a:srgbClr val="9BD839"/>
                </a:solidFill>
                <a:latin typeface="DM Sans"/>
                <a:ea typeface="DM Sans"/>
                <a:cs typeface="DM Sans"/>
                <a:sym typeface="DM Sans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408" b="1">
                  <a:solidFill>
                    <a:srgbClr val="4B6919"/>
                  </a:solidFill>
                  <a:latin typeface="DM Sans"/>
                  <a:ea typeface="DM Sans"/>
                  <a:cs typeface="DM Sans"/>
                  <a:sym typeface="DM Sans"/>
                </a:rPr>
                <a:t>DECISION TREE</a:t>
              </a:r>
              <a:endParaRPr sz="1408" b="1">
                <a:solidFill>
                  <a:srgbClr val="4B6919"/>
                </a:solidFill>
                <a:latin typeface="DM Sans"/>
                <a:ea typeface="DM Sans"/>
                <a:cs typeface="DM Sans"/>
                <a:sym typeface="DM Sans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8" b="1">
                <a:solidFill>
                  <a:srgbClr val="4B6919"/>
                </a:solidFill>
                <a:latin typeface="DM Sans"/>
                <a:ea typeface="DM Sans"/>
                <a:cs typeface="DM Sans"/>
                <a:sym typeface="DM Sans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408" b="1">
                  <a:solidFill>
                    <a:srgbClr val="9BD839"/>
                  </a:solidFill>
                  <a:latin typeface="DM Sans"/>
                  <a:ea typeface="DM Sans"/>
                  <a:cs typeface="DM Sans"/>
                  <a:sym typeface="DM Sans"/>
                </a:rPr>
                <a:t>RANDOM FOREST</a:t>
              </a:r>
              <a:endParaRPr sz="1408" b="1">
                <a:solidFill>
                  <a:srgbClr val="9BD839"/>
                </a:solidFill>
                <a:latin typeface="DM Sans"/>
                <a:ea typeface="DM Sans"/>
                <a:cs typeface="DM Sans"/>
                <a:sym typeface="DM Sans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8" b="1">
                <a:solidFill>
                  <a:srgbClr val="4B6919"/>
                </a:solidFill>
                <a:latin typeface="DM Sans"/>
                <a:ea typeface="DM Sans"/>
                <a:cs typeface="DM Sans"/>
                <a:sym typeface="DM Sans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408" b="1">
                  <a:solidFill>
                    <a:srgbClr val="4B6919"/>
                  </a:solidFill>
                  <a:latin typeface="DM Sans"/>
                  <a:ea typeface="DM Sans"/>
                  <a:cs typeface="DM Sans"/>
                  <a:sym typeface="DM Sans"/>
                </a:rPr>
                <a:t>SGD</a:t>
              </a:r>
              <a:endParaRPr sz="1408" b="1">
                <a:solidFill>
                  <a:srgbClr val="4B6919"/>
                </a:solidFill>
                <a:latin typeface="DM Sans"/>
                <a:ea typeface="DM Sans"/>
                <a:cs typeface="DM Sans"/>
                <a:sym typeface="DM Sans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8" b="1">
                <a:solidFill>
                  <a:srgbClr val="4B6919"/>
                </a:solidFill>
                <a:latin typeface="DM Sans"/>
                <a:ea typeface="DM Sans"/>
                <a:cs typeface="DM Sans"/>
                <a:sym typeface="DM Sans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408" b="1">
                  <a:solidFill>
                    <a:srgbClr val="4B6919"/>
                  </a:solidFill>
                  <a:latin typeface="DM Sans"/>
                  <a:ea typeface="DM Sans"/>
                  <a:cs typeface="DM Sans"/>
                  <a:sym typeface="DM Sans"/>
                </a:rPr>
                <a:t>SVM</a:t>
              </a:r>
              <a:endParaRPr sz="1408" b="1">
                <a:solidFill>
                  <a:srgbClr val="4B6919"/>
                </a:solidFill>
                <a:latin typeface="DM Sans"/>
                <a:ea typeface="DM Sans"/>
                <a:cs typeface="DM Sans"/>
                <a:sym typeface="DM Sans"/>
              </a:endParaRPr>
            </a:p>
          </p:txBody>
        </p:sp>
        <p:cxnSp>
          <p:nvCxnSpPr>
            <p:cNvPr id="561" name="Google Shape;561;p49"/>
            <p:cNvCxnSpPr/>
            <p:nvPr/>
          </p:nvCxnSpPr>
          <p:spPr>
            <a:xfrm>
              <a:off x="3378800" y="3338491"/>
              <a:ext cx="1105500" cy="0"/>
            </a:xfrm>
            <a:prstGeom prst="straightConnector1">
              <a:avLst/>
            </a:prstGeom>
            <a:noFill/>
            <a:ln w="13425" cap="flat" cmpd="sng">
              <a:solidFill>
                <a:srgbClr val="9BD839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pic>
        <p:nvPicPr>
          <p:cNvPr id="562" name="Google Shape;562;p4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18775" y="710800"/>
            <a:ext cx="6728799" cy="3352067"/>
          </a:xfrm>
          <a:prstGeom prst="rect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67" name="Google Shape;567;p50"/>
          <p:cNvGrpSpPr/>
          <p:nvPr/>
        </p:nvGrpSpPr>
        <p:grpSpPr>
          <a:xfrm>
            <a:off x="252594" y="252444"/>
            <a:ext cx="1784174" cy="4638618"/>
            <a:chOff x="3305138" y="924863"/>
            <a:chExt cx="1266899" cy="3293771"/>
          </a:xfrm>
        </p:grpSpPr>
        <p:sp>
          <p:nvSpPr>
            <p:cNvPr id="568" name="Google Shape;568;p50"/>
            <p:cNvSpPr/>
            <p:nvPr/>
          </p:nvSpPr>
          <p:spPr>
            <a:xfrm>
              <a:off x="3305138" y="924863"/>
              <a:ext cx="1252800" cy="3293700"/>
            </a:xfrm>
            <a:prstGeom prst="roundRect">
              <a:avLst>
                <a:gd name="adj" fmla="val 8835"/>
              </a:avLst>
            </a:prstGeom>
            <a:solidFill>
              <a:srgbClr val="000000"/>
            </a:solidFill>
            <a:ln>
              <a:noFill/>
            </a:ln>
          </p:spPr>
          <p:txBody>
            <a:bodyPr spcFirstLastPara="1" wrap="square" lIns="128775" tIns="128775" rIns="128775" bIns="12877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972"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569" name="Google Shape;569;p50"/>
            <p:cNvSpPr txBox="1"/>
            <p:nvPr/>
          </p:nvSpPr>
          <p:spPr>
            <a:xfrm>
              <a:off x="3305150" y="3336933"/>
              <a:ext cx="1252800" cy="881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7746">
                  <a:solidFill>
                    <a:srgbClr val="9BD839"/>
                  </a:solidFill>
                  <a:latin typeface="Days One"/>
                  <a:ea typeface="Days One"/>
                  <a:cs typeface="Days One"/>
                  <a:sym typeface="Days One"/>
                </a:rPr>
                <a:t>02</a:t>
              </a:r>
              <a:endParaRPr sz="7746">
                <a:solidFill>
                  <a:srgbClr val="9BD839"/>
                </a:solidFill>
                <a:latin typeface="Days One"/>
                <a:ea typeface="Days One"/>
                <a:cs typeface="Days One"/>
                <a:sym typeface="Days One"/>
              </a:endParaRPr>
            </a:p>
          </p:txBody>
        </p:sp>
        <p:sp>
          <p:nvSpPr>
            <p:cNvPr id="570" name="Google Shape;570;p50"/>
            <p:cNvSpPr txBox="1"/>
            <p:nvPr/>
          </p:nvSpPr>
          <p:spPr>
            <a:xfrm>
              <a:off x="3319237" y="1064427"/>
              <a:ext cx="1252800" cy="1995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28775" tIns="25725" rIns="64350" bIns="257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408" b="1">
                  <a:solidFill>
                    <a:srgbClr val="9BD839"/>
                  </a:solidFill>
                  <a:latin typeface="DM Sans"/>
                  <a:ea typeface="DM Sans"/>
                  <a:cs typeface="DM Sans"/>
                  <a:sym typeface="DM Sans"/>
                </a:rPr>
                <a:t>TUNED MODELS</a:t>
              </a:r>
              <a:endParaRPr sz="1408" b="1">
                <a:solidFill>
                  <a:srgbClr val="9BD839"/>
                </a:solidFill>
                <a:latin typeface="DM Sans"/>
                <a:ea typeface="DM Sans"/>
                <a:cs typeface="DM Sans"/>
                <a:sym typeface="DM Sans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8" b="1">
                <a:solidFill>
                  <a:srgbClr val="9BD839"/>
                </a:solidFill>
                <a:latin typeface="DM Sans"/>
                <a:ea typeface="DM Sans"/>
                <a:cs typeface="DM Sans"/>
                <a:sym typeface="DM Sans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408" b="1">
                  <a:solidFill>
                    <a:srgbClr val="4B6919"/>
                  </a:solidFill>
                  <a:latin typeface="DM Sans"/>
                  <a:ea typeface="DM Sans"/>
                  <a:cs typeface="DM Sans"/>
                  <a:sym typeface="DM Sans"/>
                </a:rPr>
                <a:t>LOGISTIC REGRESSION</a:t>
              </a:r>
              <a:endParaRPr sz="1408" b="1">
                <a:solidFill>
                  <a:srgbClr val="4B6919"/>
                </a:solidFill>
                <a:latin typeface="DM Sans"/>
                <a:ea typeface="DM Sans"/>
                <a:cs typeface="DM Sans"/>
                <a:sym typeface="DM Sans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8" b="1">
                <a:solidFill>
                  <a:srgbClr val="9BD839"/>
                </a:solidFill>
                <a:latin typeface="DM Sans"/>
                <a:ea typeface="DM Sans"/>
                <a:cs typeface="DM Sans"/>
                <a:sym typeface="DM Sans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408" b="1">
                  <a:solidFill>
                    <a:srgbClr val="4B6919"/>
                  </a:solidFill>
                  <a:latin typeface="DM Sans"/>
                  <a:ea typeface="DM Sans"/>
                  <a:cs typeface="DM Sans"/>
                  <a:sym typeface="DM Sans"/>
                </a:rPr>
                <a:t>DECISION TREE</a:t>
              </a:r>
              <a:endParaRPr sz="1408" b="1">
                <a:solidFill>
                  <a:srgbClr val="4B6919"/>
                </a:solidFill>
                <a:latin typeface="DM Sans"/>
                <a:ea typeface="DM Sans"/>
                <a:cs typeface="DM Sans"/>
                <a:sym typeface="DM Sans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8" b="1">
                <a:solidFill>
                  <a:srgbClr val="4B6919"/>
                </a:solidFill>
                <a:latin typeface="DM Sans"/>
                <a:ea typeface="DM Sans"/>
                <a:cs typeface="DM Sans"/>
                <a:sym typeface="DM Sans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408" b="1">
                  <a:solidFill>
                    <a:srgbClr val="4B6919"/>
                  </a:solidFill>
                  <a:latin typeface="DM Sans"/>
                  <a:ea typeface="DM Sans"/>
                  <a:cs typeface="DM Sans"/>
                  <a:sym typeface="DM Sans"/>
                </a:rPr>
                <a:t>RANDOM FOREST</a:t>
              </a:r>
              <a:endParaRPr sz="1408" b="1">
                <a:solidFill>
                  <a:srgbClr val="4B6919"/>
                </a:solidFill>
                <a:latin typeface="DM Sans"/>
                <a:ea typeface="DM Sans"/>
                <a:cs typeface="DM Sans"/>
                <a:sym typeface="DM Sans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8" b="1">
                <a:solidFill>
                  <a:srgbClr val="4B6919"/>
                </a:solidFill>
                <a:latin typeface="DM Sans"/>
                <a:ea typeface="DM Sans"/>
                <a:cs typeface="DM Sans"/>
                <a:sym typeface="DM Sans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408" b="1">
                  <a:solidFill>
                    <a:srgbClr val="9BD839"/>
                  </a:solidFill>
                  <a:latin typeface="DM Sans"/>
                  <a:ea typeface="DM Sans"/>
                  <a:cs typeface="DM Sans"/>
                  <a:sym typeface="DM Sans"/>
                </a:rPr>
                <a:t>SGD</a:t>
              </a:r>
              <a:endParaRPr sz="1408" b="1">
                <a:solidFill>
                  <a:srgbClr val="9BD839"/>
                </a:solidFill>
                <a:latin typeface="DM Sans"/>
                <a:ea typeface="DM Sans"/>
                <a:cs typeface="DM Sans"/>
                <a:sym typeface="DM Sans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8" b="1">
                <a:solidFill>
                  <a:srgbClr val="4B6919"/>
                </a:solidFill>
                <a:latin typeface="DM Sans"/>
                <a:ea typeface="DM Sans"/>
                <a:cs typeface="DM Sans"/>
                <a:sym typeface="DM Sans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408" b="1">
                  <a:solidFill>
                    <a:srgbClr val="4B6919"/>
                  </a:solidFill>
                  <a:latin typeface="DM Sans"/>
                  <a:ea typeface="DM Sans"/>
                  <a:cs typeface="DM Sans"/>
                  <a:sym typeface="DM Sans"/>
                </a:rPr>
                <a:t>SVM</a:t>
              </a:r>
              <a:endParaRPr sz="1408" b="1">
                <a:solidFill>
                  <a:srgbClr val="4B6919"/>
                </a:solidFill>
                <a:latin typeface="DM Sans"/>
                <a:ea typeface="DM Sans"/>
                <a:cs typeface="DM Sans"/>
                <a:sym typeface="DM Sans"/>
              </a:endParaRPr>
            </a:p>
          </p:txBody>
        </p:sp>
        <p:cxnSp>
          <p:nvCxnSpPr>
            <p:cNvPr id="571" name="Google Shape;571;p50"/>
            <p:cNvCxnSpPr/>
            <p:nvPr/>
          </p:nvCxnSpPr>
          <p:spPr>
            <a:xfrm>
              <a:off x="3378800" y="3338491"/>
              <a:ext cx="1105500" cy="0"/>
            </a:xfrm>
            <a:prstGeom prst="straightConnector1">
              <a:avLst/>
            </a:prstGeom>
            <a:noFill/>
            <a:ln w="13425" cap="flat" cmpd="sng">
              <a:solidFill>
                <a:srgbClr val="9BD839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pic>
        <p:nvPicPr>
          <p:cNvPr id="572" name="Google Shape;572;p5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54275" y="2200150"/>
            <a:ext cx="4410401" cy="2599674"/>
          </a:xfrm>
          <a:prstGeom prst="rect">
            <a:avLst/>
          </a:prstGeom>
          <a:noFill/>
          <a:ln>
            <a:noFill/>
          </a:ln>
        </p:spPr>
      </p:pic>
      <p:pic>
        <p:nvPicPr>
          <p:cNvPr id="573" name="Google Shape;573;p5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763337" y="742950"/>
            <a:ext cx="2724150" cy="1343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574" name="Google Shape;574;p5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578125" y="742950"/>
            <a:ext cx="2496887" cy="1457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79" name="Google Shape;579;p51"/>
          <p:cNvGrpSpPr/>
          <p:nvPr/>
        </p:nvGrpSpPr>
        <p:grpSpPr>
          <a:xfrm>
            <a:off x="252594" y="252444"/>
            <a:ext cx="1784174" cy="4638618"/>
            <a:chOff x="3305138" y="924863"/>
            <a:chExt cx="1266899" cy="3293771"/>
          </a:xfrm>
        </p:grpSpPr>
        <p:sp>
          <p:nvSpPr>
            <p:cNvPr id="580" name="Google Shape;580;p51"/>
            <p:cNvSpPr/>
            <p:nvPr/>
          </p:nvSpPr>
          <p:spPr>
            <a:xfrm>
              <a:off x="3305138" y="924863"/>
              <a:ext cx="1252800" cy="3293700"/>
            </a:xfrm>
            <a:prstGeom prst="roundRect">
              <a:avLst>
                <a:gd name="adj" fmla="val 8835"/>
              </a:avLst>
            </a:prstGeom>
            <a:solidFill>
              <a:srgbClr val="000000"/>
            </a:solidFill>
            <a:ln>
              <a:noFill/>
            </a:ln>
          </p:spPr>
          <p:txBody>
            <a:bodyPr spcFirstLastPara="1" wrap="square" lIns="128775" tIns="128775" rIns="128775" bIns="12877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972"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581" name="Google Shape;581;p51"/>
            <p:cNvSpPr txBox="1"/>
            <p:nvPr/>
          </p:nvSpPr>
          <p:spPr>
            <a:xfrm>
              <a:off x="3305150" y="3336933"/>
              <a:ext cx="1252800" cy="881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7746">
                  <a:solidFill>
                    <a:srgbClr val="9BD839"/>
                  </a:solidFill>
                  <a:latin typeface="Days One"/>
                  <a:ea typeface="Days One"/>
                  <a:cs typeface="Days One"/>
                  <a:sym typeface="Days One"/>
                </a:rPr>
                <a:t>02</a:t>
              </a:r>
              <a:endParaRPr sz="7746">
                <a:solidFill>
                  <a:srgbClr val="9BD839"/>
                </a:solidFill>
                <a:latin typeface="Days One"/>
                <a:ea typeface="Days One"/>
                <a:cs typeface="Days One"/>
                <a:sym typeface="Days One"/>
              </a:endParaRPr>
            </a:p>
          </p:txBody>
        </p:sp>
        <p:sp>
          <p:nvSpPr>
            <p:cNvPr id="582" name="Google Shape;582;p51"/>
            <p:cNvSpPr txBox="1"/>
            <p:nvPr/>
          </p:nvSpPr>
          <p:spPr>
            <a:xfrm>
              <a:off x="3319237" y="1064427"/>
              <a:ext cx="1252800" cy="1995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28775" tIns="25725" rIns="64350" bIns="257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408" b="1">
                  <a:solidFill>
                    <a:srgbClr val="9BD839"/>
                  </a:solidFill>
                  <a:latin typeface="DM Sans"/>
                  <a:ea typeface="DM Sans"/>
                  <a:cs typeface="DM Sans"/>
                  <a:sym typeface="DM Sans"/>
                </a:rPr>
                <a:t>TUNED MODELS</a:t>
              </a:r>
              <a:endParaRPr sz="1408" b="1">
                <a:solidFill>
                  <a:srgbClr val="9BD839"/>
                </a:solidFill>
                <a:latin typeface="DM Sans"/>
                <a:ea typeface="DM Sans"/>
                <a:cs typeface="DM Sans"/>
                <a:sym typeface="DM Sans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8" b="1">
                <a:solidFill>
                  <a:srgbClr val="9BD839"/>
                </a:solidFill>
                <a:latin typeface="DM Sans"/>
                <a:ea typeface="DM Sans"/>
                <a:cs typeface="DM Sans"/>
                <a:sym typeface="DM Sans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408" b="1">
                  <a:solidFill>
                    <a:srgbClr val="4B6919"/>
                  </a:solidFill>
                  <a:latin typeface="DM Sans"/>
                  <a:ea typeface="DM Sans"/>
                  <a:cs typeface="DM Sans"/>
                  <a:sym typeface="DM Sans"/>
                </a:rPr>
                <a:t>LOGISTIC REGRESSION</a:t>
              </a:r>
              <a:endParaRPr sz="1408" b="1">
                <a:solidFill>
                  <a:srgbClr val="4B6919"/>
                </a:solidFill>
                <a:latin typeface="DM Sans"/>
                <a:ea typeface="DM Sans"/>
                <a:cs typeface="DM Sans"/>
                <a:sym typeface="DM Sans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8" b="1">
                <a:solidFill>
                  <a:srgbClr val="9BD839"/>
                </a:solidFill>
                <a:latin typeface="DM Sans"/>
                <a:ea typeface="DM Sans"/>
                <a:cs typeface="DM Sans"/>
                <a:sym typeface="DM Sans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408" b="1">
                  <a:solidFill>
                    <a:srgbClr val="4B6919"/>
                  </a:solidFill>
                  <a:latin typeface="DM Sans"/>
                  <a:ea typeface="DM Sans"/>
                  <a:cs typeface="DM Sans"/>
                  <a:sym typeface="DM Sans"/>
                </a:rPr>
                <a:t>DECISION TREE</a:t>
              </a:r>
              <a:endParaRPr sz="1408" b="1">
                <a:solidFill>
                  <a:srgbClr val="4B6919"/>
                </a:solidFill>
                <a:latin typeface="DM Sans"/>
                <a:ea typeface="DM Sans"/>
                <a:cs typeface="DM Sans"/>
                <a:sym typeface="DM Sans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8" b="1">
                <a:solidFill>
                  <a:srgbClr val="4B6919"/>
                </a:solidFill>
                <a:latin typeface="DM Sans"/>
                <a:ea typeface="DM Sans"/>
                <a:cs typeface="DM Sans"/>
                <a:sym typeface="DM Sans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408" b="1">
                  <a:solidFill>
                    <a:srgbClr val="4B6919"/>
                  </a:solidFill>
                  <a:latin typeface="DM Sans"/>
                  <a:ea typeface="DM Sans"/>
                  <a:cs typeface="DM Sans"/>
                  <a:sym typeface="DM Sans"/>
                </a:rPr>
                <a:t>RANDOM FOREST</a:t>
              </a:r>
              <a:endParaRPr sz="1408" b="1">
                <a:solidFill>
                  <a:srgbClr val="4B6919"/>
                </a:solidFill>
                <a:latin typeface="DM Sans"/>
                <a:ea typeface="DM Sans"/>
                <a:cs typeface="DM Sans"/>
                <a:sym typeface="DM Sans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8" b="1">
                <a:solidFill>
                  <a:srgbClr val="4B6919"/>
                </a:solidFill>
                <a:latin typeface="DM Sans"/>
                <a:ea typeface="DM Sans"/>
                <a:cs typeface="DM Sans"/>
                <a:sym typeface="DM Sans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408" b="1">
                  <a:solidFill>
                    <a:srgbClr val="9BD839"/>
                  </a:solidFill>
                  <a:latin typeface="DM Sans"/>
                  <a:ea typeface="DM Sans"/>
                  <a:cs typeface="DM Sans"/>
                  <a:sym typeface="DM Sans"/>
                </a:rPr>
                <a:t>SGD</a:t>
              </a:r>
              <a:endParaRPr sz="1408" b="1">
                <a:solidFill>
                  <a:srgbClr val="9BD839"/>
                </a:solidFill>
                <a:latin typeface="DM Sans"/>
                <a:ea typeface="DM Sans"/>
                <a:cs typeface="DM Sans"/>
                <a:sym typeface="DM Sans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8" b="1">
                <a:solidFill>
                  <a:srgbClr val="4B6919"/>
                </a:solidFill>
                <a:latin typeface="DM Sans"/>
                <a:ea typeface="DM Sans"/>
                <a:cs typeface="DM Sans"/>
                <a:sym typeface="DM Sans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408" b="1">
                  <a:solidFill>
                    <a:srgbClr val="4B6919"/>
                  </a:solidFill>
                  <a:latin typeface="DM Sans"/>
                  <a:ea typeface="DM Sans"/>
                  <a:cs typeface="DM Sans"/>
                  <a:sym typeface="DM Sans"/>
                </a:rPr>
                <a:t>SVM</a:t>
              </a:r>
              <a:endParaRPr sz="1408" b="1">
                <a:solidFill>
                  <a:srgbClr val="4B6919"/>
                </a:solidFill>
                <a:latin typeface="DM Sans"/>
                <a:ea typeface="DM Sans"/>
                <a:cs typeface="DM Sans"/>
                <a:sym typeface="DM Sans"/>
              </a:endParaRPr>
            </a:p>
          </p:txBody>
        </p:sp>
        <p:cxnSp>
          <p:nvCxnSpPr>
            <p:cNvPr id="583" name="Google Shape;583;p51"/>
            <p:cNvCxnSpPr/>
            <p:nvPr/>
          </p:nvCxnSpPr>
          <p:spPr>
            <a:xfrm>
              <a:off x="3378800" y="3338491"/>
              <a:ext cx="1105500" cy="0"/>
            </a:xfrm>
            <a:prstGeom prst="straightConnector1">
              <a:avLst/>
            </a:prstGeom>
            <a:noFill/>
            <a:ln w="13425" cap="flat" cmpd="sng">
              <a:solidFill>
                <a:srgbClr val="9BD839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pic>
        <p:nvPicPr>
          <p:cNvPr id="584" name="Google Shape;584;p5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080374" y="813401"/>
            <a:ext cx="4881742" cy="3248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89" name="Google Shape;589;p52"/>
          <p:cNvGrpSpPr/>
          <p:nvPr/>
        </p:nvGrpSpPr>
        <p:grpSpPr>
          <a:xfrm>
            <a:off x="252594" y="252444"/>
            <a:ext cx="1784174" cy="4638618"/>
            <a:chOff x="3305138" y="924863"/>
            <a:chExt cx="1266899" cy="3293771"/>
          </a:xfrm>
        </p:grpSpPr>
        <p:sp>
          <p:nvSpPr>
            <p:cNvPr id="590" name="Google Shape;590;p52"/>
            <p:cNvSpPr/>
            <p:nvPr/>
          </p:nvSpPr>
          <p:spPr>
            <a:xfrm>
              <a:off x="3305138" y="924863"/>
              <a:ext cx="1252800" cy="3293700"/>
            </a:xfrm>
            <a:prstGeom prst="roundRect">
              <a:avLst>
                <a:gd name="adj" fmla="val 8835"/>
              </a:avLst>
            </a:prstGeom>
            <a:solidFill>
              <a:srgbClr val="000000"/>
            </a:solidFill>
            <a:ln>
              <a:noFill/>
            </a:ln>
          </p:spPr>
          <p:txBody>
            <a:bodyPr spcFirstLastPara="1" wrap="square" lIns="128775" tIns="128775" rIns="128775" bIns="12877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972"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591" name="Google Shape;591;p52"/>
            <p:cNvSpPr txBox="1"/>
            <p:nvPr/>
          </p:nvSpPr>
          <p:spPr>
            <a:xfrm>
              <a:off x="3305150" y="3336933"/>
              <a:ext cx="1252800" cy="881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7746">
                  <a:solidFill>
                    <a:srgbClr val="9BD839"/>
                  </a:solidFill>
                  <a:latin typeface="Days One"/>
                  <a:ea typeface="Days One"/>
                  <a:cs typeface="Days One"/>
                  <a:sym typeface="Days One"/>
                </a:rPr>
                <a:t>02</a:t>
              </a:r>
              <a:endParaRPr sz="7746">
                <a:solidFill>
                  <a:srgbClr val="9BD839"/>
                </a:solidFill>
                <a:latin typeface="Days One"/>
                <a:ea typeface="Days One"/>
                <a:cs typeface="Days One"/>
                <a:sym typeface="Days One"/>
              </a:endParaRPr>
            </a:p>
          </p:txBody>
        </p:sp>
        <p:sp>
          <p:nvSpPr>
            <p:cNvPr id="592" name="Google Shape;592;p52"/>
            <p:cNvSpPr txBox="1"/>
            <p:nvPr/>
          </p:nvSpPr>
          <p:spPr>
            <a:xfrm>
              <a:off x="3319237" y="1064427"/>
              <a:ext cx="1252800" cy="1995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28775" tIns="25725" rIns="64350" bIns="257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408" b="1">
                  <a:solidFill>
                    <a:srgbClr val="9BD839"/>
                  </a:solidFill>
                  <a:latin typeface="DM Sans"/>
                  <a:ea typeface="DM Sans"/>
                  <a:cs typeface="DM Sans"/>
                  <a:sym typeface="DM Sans"/>
                </a:rPr>
                <a:t>TUNED MODELS</a:t>
              </a:r>
              <a:endParaRPr sz="1408" b="1">
                <a:solidFill>
                  <a:srgbClr val="9BD839"/>
                </a:solidFill>
                <a:latin typeface="DM Sans"/>
                <a:ea typeface="DM Sans"/>
                <a:cs typeface="DM Sans"/>
                <a:sym typeface="DM Sans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8" b="1">
                <a:solidFill>
                  <a:srgbClr val="9BD839"/>
                </a:solidFill>
                <a:latin typeface="DM Sans"/>
                <a:ea typeface="DM Sans"/>
                <a:cs typeface="DM Sans"/>
                <a:sym typeface="DM Sans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408" b="1">
                  <a:solidFill>
                    <a:srgbClr val="4B6919"/>
                  </a:solidFill>
                  <a:latin typeface="DM Sans"/>
                  <a:ea typeface="DM Sans"/>
                  <a:cs typeface="DM Sans"/>
                  <a:sym typeface="DM Sans"/>
                </a:rPr>
                <a:t>LOGISTIC REGRESSION</a:t>
              </a:r>
              <a:endParaRPr sz="1408" b="1">
                <a:solidFill>
                  <a:srgbClr val="4B6919"/>
                </a:solidFill>
                <a:latin typeface="DM Sans"/>
                <a:ea typeface="DM Sans"/>
                <a:cs typeface="DM Sans"/>
                <a:sym typeface="DM Sans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8" b="1">
                <a:solidFill>
                  <a:srgbClr val="9BD839"/>
                </a:solidFill>
                <a:latin typeface="DM Sans"/>
                <a:ea typeface="DM Sans"/>
                <a:cs typeface="DM Sans"/>
                <a:sym typeface="DM Sans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408" b="1">
                  <a:solidFill>
                    <a:srgbClr val="4B6919"/>
                  </a:solidFill>
                  <a:latin typeface="DM Sans"/>
                  <a:ea typeface="DM Sans"/>
                  <a:cs typeface="DM Sans"/>
                  <a:sym typeface="DM Sans"/>
                </a:rPr>
                <a:t>DECISION TREE</a:t>
              </a:r>
              <a:endParaRPr sz="1408" b="1">
                <a:solidFill>
                  <a:srgbClr val="4B6919"/>
                </a:solidFill>
                <a:latin typeface="DM Sans"/>
                <a:ea typeface="DM Sans"/>
                <a:cs typeface="DM Sans"/>
                <a:sym typeface="DM Sans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8" b="1">
                <a:solidFill>
                  <a:srgbClr val="4B6919"/>
                </a:solidFill>
                <a:latin typeface="DM Sans"/>
                <a:ea typeface="DM Sans"/>
                <a:cs typeface="DM Sans"/>
                <a:sym typeface="DM Sans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408" b="1">
                  <a:solidFill>
                    <a:srgbClr val="4B6919"/>
                  </a:solidFill>
                  <a:latin typeface="DM Sans"/>
                  <a:ea typeface="DM Sans"/>
                  <a:cs typeface="DM Sans"/>
                  <a:sym typeface="DM Sans"/>
                </a:rPr>
                <a:t>RANDOM FOREST</a:t>
              </a:r>
              <a:endParaRPr sz="1408" b="1">
                <a:solidFill>
                  <a:srgbClr val="4B6919"/>
                </a:solidFill>
                <a:latin typeface="DM Sans"/>
                <a:ea typeface="DM Sans"/>
                <a:cs typeface="DM Sans"/>
                <a:sym typeface="DM Sans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8" b="1">
                <a:solidFill>
                  <a:srgbClr val="4B6919"/>
                </a:solidFill>
                <a:latin typeface="DM Sans"/>
                <a:ea typeface="DM Sans"/>
                <a:cs typeface="DM Sans"/>
                <a:sym typeface="DM Sans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408" b="1">
                  <a:solidFill>
                    <a:srgbClr val="9BD839"/>
                  </a:solidFill>
                  <a:latin typeface="DM Sans"/>
                  <a:ea typeface="DM Sans"/>
                  <a:cs typeface="DM Sans"/>
                  <a:sym typeface="DM Sans"/>
                </a:rPr>
                <a:t>SGD</a:t>
              </a:r>
              <a:endParaRPr sz="1408" b="1">
                <a:solidFill>
                  <a:srgbClr val="9BD839"/>
                </a:solidFill>
                <a:latin typeface="DM Sans"/>
                <a:ea typeface="DM Sans"/>
                <a:cs typeface="DM Sans"/>
                <a:sym typeface="DM Sans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8" b="1">
                <a:solidFill>
                  <a:srgbClr val="4B6919"/>
                </a:solidFill>
                <a:latin typeface="DM Sans"/>
                <a:ea typeface="DM Sans"/>
                <a:cs typeface="DM Sans"/>
                <a:sym typeface="DM Sans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408" b="1">
                  <a:solidFill>
                    <a:srgbClr val="4B6919"/>
                  </a:solidFill>
                  <a:latin typeface="DM Sans"/>
                  <a:ea typeface="DM Sans"/>
                  <a:cs typeface="DM Sans"/>
                  <a:sym typeface="DM Sans"/>
                </a:rPr>
                <a:t>SVM</a:t>
              </a:r>
              <a:endParaRPr sz="1408" b="1">
                <a:solidFill>
                  <a:srgbClr val="4B6919"/>
                </a:solidFill>
                <a:latin typeface="DM Sans"/>
                <a:ea typeface="DM Sans"/>
                <a:cs typeface="DM Sans"/>
                <a:sym typeface="DM Sans"/>
              </a:endParaRPr>
            </a:p>
          </p:txBody>
        </p:sp>
        <p:cxnSp>
          <p:nvCxnSpPr>
            <p:cNvPr id="593" name="Google Shape;593;p52"/>
            <p:cNvCxnSpPr/>
            <p:nvPr/>
          </p:nvCxnSpPr>
          <p:spPr>
            <a:xfrm>
              <a:off x="3378800" y="3338491"/>
              <a:ext cx="1105500" cy="0"/>
            </a:xfrm>
            <a:prstGeom prst="straightConnector1">
              <a:avLst/>
            </a:prstGeom>
            <a:noFill/>
            <a:ln w="13425" cap="flat" cmpd="sng">
              <a:solidFill>
                <a:srgbClr val="9BD839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pic>
        <p:nvPicPr>
          <p:cNvPr id="594" name="Google Shape;594;p5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555250" y="1096825"/>
            <a:ext cx="6231951" cy="30885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99" name="Google Shape;599;p53"/>
          <p:cNvGrpSpPr/>
          <p:nvPr/>
        </p:nvGrpSpPr>
        <p:grpSpPr>
          <a:xfrm>
            <a:off x="252594" y="252444"/>
            <a:ext cx="1784174" cy="4638618"/>
            <a:chOff x="3305138" y="924863"/>
            <a:chExt cx="1266899" cy="3293771"/>
          </a:xfrm>
        </p:grpSpPr>
        <p:sp>
          <p:nvSpPr>
            <p:cNvPr id="600" name="Google Shape;600;p53"/>
            <p:cNvSpPr/>
            <p:nvPr/>
          </p:nvSpPr>
          <p:spPr>
            <a:xfrm>
              <a:off x="3305138" y="924863"/>
              <a:ext cx="1252800" cy="3293700"/>
            </a:xfrm>
            <a:prstGeom prst="roundRect">
              <a:avLst>
                <a:gd name="adj" fmla="val 8835"/>
              </a:avLst>
            </a:prstGeom>
            <a:solidFill>
              <a:srgbClr val="000000"/>
            </a:solidFill>
            <a:ln>
              <a:noFill/>
            </a:ln>
          </p:spPr>
          <p:txBody>
            <a:bodyPr spcFirstLastPara="1" wrap="square" lIns="128775" tIns="128775" rIns="128775" bIns="12877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972"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601" name="Google Shape;601;p53"/>
            <p:cNvSpPr txBox="1"/>
            <p:nvPr/>
          </p:nvSpPr>
          <p:spPr>
            <a:xfrm>
              <a:off x="3305150" y="3336933"/>
              <a:ext cx="1252800" cy="881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7746">
                  <a:solidFill>
                    <a:srgbClr val="9BD839"/>
                  </a:solidFill>
                  <a:latin typeface="Days One"/>
                  <a:ea typeface="Days One"/>
                  <a:cs typeface="Days One"/>
                  <a:sym typeface="Days One"/>
                </a:rPr>
                <a:t>02</a:t>
              </a:r>
              <a:endParaRPr sz="7746">
                <a:solidFill>
                  <a:srgbClr val="9BD839"/>
                </a:solidFill>
                <a:latin typeface="Days One"/>
                <a:ea typeface="Days One"/>
                <a:cs typeface="Days One"/>
                <a:sym typeface="Days One"/>
              </a:endParaRPr>
            </a:p>
          </p:txBody>
        </p:sp>
        <p:sp>
          <p:nvSpPr>
            <p:cNvPr id="602" name="Google Shape;602;p53"/>
            <p:cNvSpPr txBox="1"/>
            <p:nvPr/>
          </p:nvSpPr>
          <p:spPr>
            <a:xfrm>
              <a:off x="3319237" y="1064427"/>
              <a:ext cx="1252800" cy="1995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28775" tIns="25725" rIns="64350" bIns="257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408" b="1">
                  <a:solidFill>
                    <a:srgbClr val="9BD839"/>
                  </a:solidFill>
                  <a:latin typeface="DM Sans"/>
                  <a:ea typeface="DM Sans"/>
                  <a:cs typeface="DM Sans"/>
                  <a:sym typeface="DM Sans"/>
                </a:rPr>
                <a:t>TUNED MODELS</a:t>
              </a:r>
              <a:endParaRPr sz="1408" b="1">
                <a:solidFill>
                  <a:srgbClr val="9BD839"/>
                </a:solidFill>
                <a:latin typeface="DM Sans"/>
                <a:ea typeface="DM Sans"/>
                <a:cs typeface="DM Sans"/>
                <a:sym typeface="DM Sans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8" b="1">
                <a:solidFill>
                  <a:srgbClr val="9BD839"/>
                </a:solidFill>
                <a:latin typeface="DM Sans"/>
                <a:ea typeface="DM Sans"/>
                <a:cs typeface="DM Sans"/>
                <a:sym typeface="DM Sans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408" b="1">
                  <a:solidFill>
                    <a:srgbClr val="4B6919"/>
                  </a:solidFill>
                  <a:latin typeface="DM Sans"/>
                  <a:ea typeface="DM Sans"/>
                  <a:cs typeface="DM Sans"/>
                  <a:sym typeface="DM Sans"/>
                </a:rPr>
                <a:t>LOGISTIC REGRESSION</a:t>
              </a:r>
              <a:endParaRPr sz="1408" b="1">
                <a:solidFill>
                  <a:srgbClr val="4B6919"/>
                </a:solidFill>
                <a:latin typeface="DM Sans"/>
                <a:ea typeface="DM Sans"/>
                <a:cs typeface="DM Sans"/>
                <a:sym typeface="DM Sans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8" b="1">
                <a:solidFill>
                  <a:srgbClr val="9BD839"/>
                </a:solidFill>
                <a:latin typeface="DM Sans"/>
                <a:ea typeface="DM Sans"/>
                <a:cs typeface="DM Sans"/>
                <a:sym typeface="DM Sans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408" b="1">
                  <a:solidFill>
                    <a:srgbClr val="4B6919"/>
                  </a:solidFill>
                  <a:latin typeface="DM Sans"/>
                  <a:ea typeface="DM Sans"/>
                  <a:cs typeface="DM Sans"/>
                  <a:sym typeface="DM Sans"/>
                </a:rPr>
                <a:t>DECISION TREE</a:t>
              </a:r>
              <a:endParaRPr sz="1408" b="1">
                <a:solidFill>
                  <a:srgbClr val="4B6919"/>
                </a:solidFill>
                <a:latin typeface="DM Sans"/>
                <a:ea typeface="DM Sans"/>
                <a:cs typeface="DM Sans"/>
                <a:sym typeface="DM Sans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8" b="1">
                <a:solidFill>
                  <a:srgbClr val="4B6919"/>
                </a:solidFill>
                <a:latin typeface="DM Sans"/>
                <a:ea typeface="DM Sans"/>
                <a:cs typeface="DM Sans"/>
                <a:sym typeface="DM Sans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408" b="1">
                  <a:solidFill>
                    <a:srgbClr val="4B6919"/>
                  </a:solidFill>
                  <a:latin typeface="DM Sans"/>
                  <a:ea typeface="DM Sans"/>
                  <a:cs typeface="DM Sans"/>
                  <a:sym typeface="DM Sans"/>
                </a:rPr>
                <a:t>RANDOM FOREST</a:t>
              </a:r>
              <a:endParaRPr sz="1408" b="1">
                <a:solidFill>
                  <a:srgbClr val="4B6919"/>
                </a:solidFill>
                <a:latin typeface="DM Sans"/>
                <a:ea typeface="DM Sans"/>
                <a:cs typeface="DM Sans"/>
                <a:sym typeface="DM Sans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8" b="1">
                <a:solidFill>
                  <a:srgbClr val="4B6919"/>
                </a:solidFill>
                <a:latin typeface="DM Sans"/>
                <a:ea typeface="DM Sans"/>
                <a:cs typeface="DM Sans"/>
                <a:sym typeface="DM Sans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408" b="1">
                  <a:solidFill>
                    <a:srgbClr val="4B6919"/>
                  </a:solidFill>
                  <a:latin typeface="DM Sans"/>
                  <a:ea typeface="DM Sans"/>
                  <a:cs typeface="DM Sans"/>
                  <a:sym typeface="DM Sans"/>
                </a:rPr>
                <a:t>SGD</a:t>
              </a:r>
              <a:endParaRPr sz="1408" b="1">
                <a:solidFill>
                  <a:srgbClr val="4B6919"/>
                </a:solidFill>
                <a:latin typeface="DM Sans"/>
                <a:ea typeface="DM Sans"/>
                <a:cs typeface="DM Sans"/>
                <a:sym typeface="DM Sans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8" b="1">
                <a:solidFill>
                  <a:srgbClr val="4B6919"/>
                </a:solidFill>
                <a:latin typeface="DM Sans"/>
                <a:ea typeface="DM Sans"/>
                <a:cs typeface="DM Sans"/>
                <a:sym typeface="DM Sans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408" b="1">
                  <a:solidFill>
                    <a:srgbClr val="9BD839"/>
                  </a:solidFill>
                  <a:latin typeface="DM Sans"/>
                  <a:ea typeface="DM Sans"/>
                  <a:cs typeface="DM Sans"/>
                  <a:sym typeface="DM Sans"/>
                </a:rPr>
                <a:t>SVM</a:t>
              </a:r>
              <a:endParaRPr sz="1408" b="1">
                <a:solidFill>
                  <a:srgbClr val="9BD839"/>
                </a:solidFill>
                <a:latin typeface="DM Sans"/>
                <a:ea typeface="DM Sans"/>
                <a:cs typeface="DM Sans"/>
                <a:sym typeface="DM Sans"/>
              </a:endParaRPr>
            </a:p>
          </p:txBody>
        </p:sp>
        <p:cxnSp>
          <p:nvCxnSpPr>
            <p:cNvPr id="603" name="Google Shape;603;p53"/>
            <p:cNvCxnSpPr/>
            <p:nvPr/>
          </p:nvCxnSpPr>
          <p:spPr>
            <a:xfrm>
              <a:off x="3378800" y="3338491"/>
              <a:ext cx="1105500" cy="0"/>
            </a:xfrm>
            <a:prstGeom prst="straightConnector1">
              <a:avLst/>
            </a:prstGeom>
            <a:noFill/>
            <a:ln w="13425" cap="flat" cmpd="sng">
              <a:solidFill>
                <a:srgbClr val="9BD839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08" name="Google Shape;608;p54"/>
          <p:cNvGrpSpPr/>
          <p:nvPr/>
        </p:nvGrpSpPr>
        <p:grpSpPr>
          <a:xfrm>
            <a:off x="252595" y="270731"/>
            <a:ext cx="1765048" cy="4638518"/>
            <a:chOff x="4585388" y="924863"/>
            <a:chExt cx="1253318" cy="3293700"/>
          </a:xfrm>
        </p:grpSpPr>
        <p:sp>
          <p:nvSpPr>
            <p:cNvPr id="609" name="Google Shape;609;p54"/>
            <p:cNvSpPr/>
            <p:nvPr/>
          </p:nvSpPr>
          <p:spPr>
            <a:xfrm>
              <a:off x="4585763" y="924863"/>
              <a:ext cx="1252800" cy="3293700"/>
            </a:xfrm>
            <a:prstGeom prst="roundRect">
              <a:avLst>
                <a:gd name="adj" fmla="val 8835"/>
              </a:avLst>
            </a:prstGeom>
            <a:solidFill>
              <a:srgbClr val="000000"/>
            </a:solidFill>
            <a:ln>
              <a:noFill/>
            </a:ln>
          </p:spPr>
          <p:txBody>
            <a:bodyPr spcFirstLastPara="1" wrap="square" lIns="128775" tIns="128775" rIns="128775" bIns="12877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972"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610" name="Google Shape;610;p54"/>
            <p:cNvSpPr txBox="1"/>
            <p:nvPr/>
          </p:nvSpPr>
          <p:spPr>
            <a:xfrm>
              <a:off x="4585388" y="3336838"/>
              <a:ext cx="1252800" cy="881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7746">
                  <a:solidFill>
                    <a:srgbClr val="A2B390"/>
                  </a:solidFill>
                  <a:latin typeface="Days One"/>
                  <a:ea typeface="Days One"/>
                  <a:cs typeface="Days One"/>
                  <a:sym typeface="Days One"/>
                </a:rPr>
                <a:t>03</a:t>
              </a:r>
              <a:endParaRPr sz="7746">
                <a:solidFill>
                  <a:srgbClr val="A2B390"/>
                </a:solidFill>
                <a:latin typeface="Days One"/>
                <a:ea typeface="Days One"/>
                <a:cs typeface="Days One"/>
                <a:sym typeface="Days One"/>
              </a:endParaRPr>
            </a:p>
          </p:txBody>
        </p:sp>
        <p:sp>
          <p:nvSpPr>
            <p:cNvPr id="611" name="Google Shape;611;p54"/>
            <p:cNvSpPr txBox="1"/>
            <p:nvPr/>
          </p:nvSpPr>
          <p:spPr>
            <a:xfrm>
              <a:off x="4585906" y="1064440"/>
              <a:ext cx="1252800" cy="1797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28775" tIns="25725" rIns="64350" bIns="257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408" b="1">
                  <a:solidFill>
                    <a:srgbClr val="A2B390"/>
                  </a:solidFill>
                  <a:latin typeface="DM Sans"/>
                  <a:ea typeface="DM Sans"/>
                  <a:cs typeface="DM Sans"/>
                  <a:sym typeface="DM Sans"/>
                </a:rPr>
                <a:t>FEATURE REMOVAL</a:t>
              </a:r>
              <a:endParaRPr sz="1408" b="1">
                <a:solidFill>
                  <a:srgbClr val="A2B390"/>
                </a:solidFill>
                <a:latin typeface="DM Sans"/>
                <a:ea typeface="DM Sans"/>
                <a:cs typeface="DM Sans"/>
                <a:sym typeface="DM Sans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8" b="1">
                <a:solidFill>
                  <a:srgbClr val="A2B390"/>
                </a:solidFill>
                <a:latin typeface="DM Sans"/>
                <a:ea typeface="DM Sans"/>
                <a:cs typeface="DM Sans"/>
                <a:sym typeface="DM Sans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408" b="1">
                  <a:solidFill>
                    <a:srgbClr val="A2B390"/>
                  </a:solidFill>
                  <a:latin typeface="DM Sans"/>
                  <a:ea typeface="DM Sans"/>
                  <a:cs typeface="DM Sans"/>
                  <a:sym typeface="DM Sans"/>
                </a:rPr>
                <a:t>REVIEW REFINED MODEL PERFORMANCE</a:t>
              </a:r>
              <a:endParaRPr sz="1408" b="1">
                <a:solidFill>
                  <a:srgbClr val="A2B390"/>
                </a:solidFill>
                <a:latin typeface="DM Sans"/>
                <a:ea typeface="DM Sans"/>
                <a:cs typeface="DM Sans"/>
                <a:sym typeface="DM Sans"/>
              </a:endParaRPr>
            </a:p>
          </p:txBody>
        </p:sp>
        <p:cxnSp>
          <p:nvCxnSpPr>
            <p:cNvPr id="612" name="Google Shape;612;p54"/>
            <p:cNvCxnSpPr/>
            <p:nvPr/>
          </p:nvCxnSpPr>
          <p:spPr>
            <a:xfrm>
              <a:off x="4659025" y="3338491"/>
              <a:ext cx="1105500" cy="0"/>
            </a:xfrm>
            <a:prstGeom prst="straightConnector1">
              <a:avLst/>
            </a:prstGeom>
            <a:noFill/>
            <a:ln w="13425" cap="flat" cmpd="sng">
              <a:solidFill>
                <a:srgbClr val="B0C09F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pic>
        <p:nvPicPr>
          <p:cNvPr id="613" name="Google Shape;613;p5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507475" y="955974"/>
            <a:ext cx="6119824" cy="3231550"/>
          </a:xfrm>
          <a:prstGeom prst="rect">
            <a:avLst/>
          </a:prstGeom>
          <a:noFill/>
          <a:ln>
            <a:noFill/>
          </a:ln>
        </p:spPr>
      </p:pic>
      <p:sp>
        <p:nvSpPr>
          <p:cNvPr id="614" name="Google Shape;614;p54"/>
          <p:cNvSpPr txBox="1"/>
          <p:nvPr/>
        </p:nvSpPr>
        <p:spPr>
          <a:xfrm>
            <a:off x="2507475" y="414150"/>
            <a:ext cx="5104500" cy="42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FFFF"/>
                </a:solidFill>
              </a:rPr>
              <a:t>Drop Random Feature: smoking, diabetes</a:t>
            </a:r>
            <a:endParaRPr sz="180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19" name="Google Shape;619;p55"/>
          <p:cNvGrpSpPr/>
          <p:nvPr/>
        </p:nvGrpSpPr>
        <p:grpSpPr>
          <a:xfrm>
            <a:off x="252599" y="270719"/>
            <a:ext cx="1766184" cy="4638518"/>
            <a:chOff x="5865338" y="924863"/>
            <a:chExt cx="1254125" cy="3293700"/>
          </a:xfrm>
        </p:grpSpPr>
        <p:sp>
          <p:nvSpPr>
            <p:cNvPr id="620" name="Google Shape;620;p55"/>
            <p:cNvSpPr/>
            <p:nvPr/>
          </p:nvSpPr>
          <p:spPr>
            <a:xfrm>
              <a:off x="5865638" y="924863"/>
              <a:ext cx="1252800" cy="3293700"/>
            </a:xfrm>
            <a:prstGeom prst="roundRect">
              <a:avLst>
                <a:gd name="adj" fmla="val 8835"/>
              </a:avLst>
            </a:prstGeom>
            <a:solidFill>
              <a:srgbClr val="000000"/>
            </a:solidFill>
            <a:ln>
              <a:noFill/>
            </a:ln>
          </p:spPr>
          <p:txBody>
            <a:bodyPr spcFirstLastPara="1" wrap="square" lIns="128775" tIns="128775" rIns="128775" bIns="12877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972"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621" name="Google Shape;621;p55"/>
            <p:cNvSpPr txBox="1"/>
            <p:nvPr/>
          </p:nvSpPr>
          <p:spPr>
            <a:xfrm>
              <a:off x="5866663" y="3336861"/>
              <a:ext cx="1252800" cy="881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7746">
                  <a:solidFill>
                    <a:srgbClr val="3AB0FF"/>
                  </a:solidFill>
                  <a:latin typeface="Days One"/>
                  <a:ea typeface="Days One"/>
                  <a:cs typeface="Days One"/>
                  <a:sym typeface="Days One"/>
                </a:rPr>
                <a:t>04</a:t>
              </a:r>
              <a:endParaRPr sz="7746">
                <a:solidFill>
                  <a:srgbClr val="3AB0FF"/>
                </a:solidFill>
                <a:latin typeface="Days One"/>
                <a:ea typeface="Days One"/>
                <a:cs typeface="Days One"/>
                <a:sym typeface="Days One"/>
              </a:endParaRPr>
            </a:p>
          </p:txBody>
        </p:sp>
        <p:sp>
          <p:nvSpPr>
            <p:cNvPr id="622" name="Google Shape;622;p55"/>
            <p:cNvSpPr txBox="1"/>
            <p:nvPr/>
          </p:nvSpPr>
          <p:spPr>
            <a:xfrm>
              <a:off x="5865338" y="1064466"/>
              <a:ext cx="1252800" cy="498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28775" tIns="25725" rIns="64350" bIns="257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408" b="1">
                  <a:solidFill>
                    <a:srgbClr val="3AB0FF"/>
                  </a:solidFill>
                  <a:latin typeface="DM Sans"/>
                  <a:ea typeface="DM Sans"/>
                  <a:cs typeface="DM Sans"/>
                  <a:sym typeface="DM Sans"/>
                </a:rPr>
                <a:t>NEXT STEPS</a:t>
              </a:r>
              <a:endParaRPr sz="1408" b="1">
                <a:solidFill>
                  <a:srgbClr val="3AB0FF"/>
                </a:solidFill>
                <a:latin typeface="DM Sans"/>
                <a:ea typeface="DM Sans"/>
                <a:cs typeface="DM Sans"/>
                <a:sym typeface="DM Sans"/>
              </a:endParaRPr>
            </a:p>
          </p:txBody>
        </p:sp>
        <p:cxnSp>
          <p:nvCxnSpPr>
            <p:cNvPr id="623" name="Google Shape;623;p55"/>
            <p:cNvCxnSpPr/>
            <p:nvPr/>
          </p:nvCxnSpPr>
          <p:spPr>
            <a:xfrm>
              <a:off x="5925913" y="3338491"/>
              <a:ext cx="1105500" cy="0"/>
            </a:xfrm>
            <a:prstGeom prst="straightConnector1">
              <a:avLst/>
            </a:prstGeom>
            <a:noFill/>
            <a:ln w="13425" cap="flat" cmpd="sng">
              <a:solidFill>
                <a:srgbClr val="4285F4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624" name="Google Shape;624;p55"/>
          <p:cNvSpPr txBox="1">
            <a:spLocks noGrp="1"/>
          </p:cNvSpPr>
          <p:nvPr>
            <p:ph type="title" idx="2"/>
          </p:nvPr>
        </p:nvSpPr>
        <p:spPr>
          <a:xfrm>
            <a:off x="2357025" y="449025"/>
            <a:ext cx="6656700" cy="363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/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pPr>
            <a:r>
              <a:rPr lang="en" sz="1400">
                <a:highlight>
                  <a:schemeClr val="dk1"/>
                </a:highlight>
              </a:rPr>
              <a:t>Which ML approaches fits our disease prediction problem the best? </a:t>
            </a:r>
            <a:endParaRPr sz="1400">
              <a:highlight>
                <a:schemeClr val="dk1"/>
              </a:highlight>
            </a:endParaRPr>
          </a:p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pPr>
            <a:endParaRPr sz="1400">
              <a:highlight>
                <a:schemeClr val="dk1"/>
              </a:highlight>
            </a:endParaRPr>
          </a:p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pPr>
            <a:r>
              <a:rPr lang="en" sz="1400">
                <a:highlight>
                  <a:schemeClr val="dk1"/>
                </a:highlight>
              </a:rPr>
              <a:t>Original Hypothesis: </a:t>
            </a:r>
            <a:endParaRPr sz="1400">
              <a:highlight>
                <a:schemeClr val="dk1"/>
              </a:highlight>
            </a:endParaRPr>
          </a:p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pPr>
            <a:endParaRPr sz="1400">
              <a:highlight>
                <a:schemeClr val="dk1"/>
              </a:highlight>
            </a:endParaRPr>
          </a:p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pPr>
            <a:r>
              <a:rPr lang="en" sz="1050">
                <a:highlight>
                  <a:schemeClr val="dk1"/>
                </a:highlight>
              </a:rPr>
              <a:t>Likely between Random Forest,  </a:t>
            </a:r>
            <a:endParaRPr sz="1050">
              <a:highlight>
                <a:schemeClr val="dk1"/>
              </a:highlight>
            </a:endParaRPr>
          </a:p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pPr>
            <a:r>
              <a:rPr lang="en" sz="1050">
                <a:highlight>
                  <a:schemeClr val="dk1"/>
                </a:highlight>
              </a:rPr>
              <a:t>Logistic Regression, and </a:t>
            </a:r>
            <a:endParaRPr sz="1050">
              <a:highlight>
                <a:schemeClr val="dk1"/>
              </a:highlight>
            </a:endParaRPr>
          </a:p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pPr>
            <a:r>
              <a:rPr lang="en" sz="1050">
                <a:highlight>
                  <a:schemeClr val="dk1"/>
                </a:highlight>
              </a:rPr>
              <a:t>SVM</a:t>
            </a:r>
            <a:endParaRPr sz="1050">
              <a:highlight>
                <a:schemeClr val="dk1"/>
              </a:highlight>
            </a:endParaRPr>
          </a:p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pPr>
            <a:endParaRPr sz="1050">
              <a:highlight>
                <a:schemeClr val="dk1"/>
              </a:highlight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500"/>
              <a:buNone/>
            </a:pPr>
            <a:r>
              <a:rPr lang="en" sz="1400">
                <a:highlight>
                  <a:schemeClr val="dk1"/>
                </a:highlight>
              </a:rPr>
              <a:t>Term Project Approach: </a:t>
            </a:r>
            <a:endParaRPr sz="1400">
              <a:highlight>
                <a:schemeClr val="dk1"/>
              </a:highlight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500"/>
              <a:buNone/>
            </a:pPr>
            <a:endParaRPr sz="1400">
              <a:highlight>
                <a:schemeClr val="dk1"/>
              </a:highlight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500"/>
              <a:buNone/>
            </a:pPr>
            <a:r>
              <a:rPr lang="en" sz="1000">
                <a:highlight>
                  <a:schemeClr val="dk1"/>
                </a:highlight>
              </a:rPr>
              <a:t>Obtain understanding of dataset, EDA</a:t>
            </a:r>
            <a:endParaRPr sz="1000">
              <a:highlight>
                <a:schemeClr val="dk1"/>
              </a:highlight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500"/>
              <a:buNone/>
            </a:pPr>
            <a:r>
              <a:rPr lang="en" sz="1000">
                <a:highlight>
                  <a:schemeClr val="dk1"/>
                </a:highlight>
              </a:rPr>
              <a:t>Preprocess data, columns to drop, fill missing values</a:t>
            </a:r>
            <a:endParaRPr sz="1000">
              <a:highlight>
                <a:schemeClr val="dk1"/>
              </a:highlight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500"/>
              <a:buNone/>
            </a:pPr>
            <a:r>
              <a:rPr lang="en" sz="1000">
                <a:highlight>
                  <a:schemeClr val="dk1"/>
                </a:highlight>
              </a:rPr>
              <a:t>Split train/test data, stratify=Yes</a:t>
            </a:r>
            <a:endParaRPr sz="1000">
              <a:highlight>
                <a:schemeClr val="dk1"/>
              </a:highlight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500"/>
              <a:buNone/>
            </a:pPr>
            <a:r>
              <a:rPr lang="en" sz="1000">
                <a:highlight>
                  <a:schemeClr val="dk1"/>
                </a:highlight>
              </a:rPr>
              <a:t>Run baseline models &amp; tune hyperparameters, GridSearchCV</a:t>
            </a:r>
            <a:endParaRPr sz="1000">
              <a:highlight>
                <a:schemeClr val="dk1"/>
              </a:highlight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500"/>
              <a:buNone/>
            </a:pPr>
            <a:r>
              <a:rPr lang="en" sz="1000">
                <a:highlight>
                  <a:schemeClr val="dk1"/>
                </a:highlight>
              </a:rPr>
              <a:t>Assess tuned models for each approach,  recall</a:t>
            </a:r>
            <a:endParaRPr sz="1000">
              <a:highlight>
                <a:schemeClr val="dk1"/>
              </a:highlight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500"/>
              <a:buNone/>
            </a:pPr>
            <a:r>
              <a:rPr lang="en" sz="1000">
                <a:highlight>
                  <a:schemeClr val="dk1"/>
                </a:highlight>
              </a:rPr>
              <a:t>Have fun, feature ablation</a:t>
            </a:r>
            <a:endParaRPr sz="1000">
              <a:highlight>
                <a:schemeClr val="dk1"/>
              </a:highlight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</a:pPr>
            <a:endParaRPr sz="1050">
              <a:highlight>
                <a:schemeClr val="dk1"/>
              </a:highlight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500"/>
              <a:buNone/>
            </a:pPr>
            <a:r>
              <a:rPr lang="en" sz="1400">
                <a:highlight>
                  <a:schemeClr val="dk1"/>
                </a:highlight>
              </a:rPr>
              <a:t>Current Findings: </a:t>
            </a:r>
            <a:endParaRPr sz="1400">
              <a:highlight>
                <a:schemeClr val="dk1"/>
              </a:highlight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500"/>
              <a:buNone/>
            </a:pPr>
            <a:r>
              <a:rPr lang="en" sz="1050">
                <a:highlight>
                  <a:schemeClr val="dk1"/>
                </a:highlight>
              </a:rPr>
              <a:t>SGD model is giving us the best recall fit for our dataset. </a:t>
            </a:r>
            <a:endParaRPr sz="1050">
              <a:highlight>
                <a:schemeClr val="dk1"/>
              </a:highlight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500"/>
              <a:buNone/>
            </a:pPr>
            <a:r>
              <a:rPr lang="en" sz="1050">
                <a:highlight>
                  <a:schemeClr val="dk1"/>
                </a:highlight>
              </a:rPr>
              <a:t>SGD is best at large-scale, streaming EHR (electronic health record) data but requires extensive tuning and data preprocessing. </a:t>
            </a:r>
            <a:endParaRPr sz="1050">
              <a:highlight>
                <a:schemeClr val="dk1"/>
              </a:highlight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</a:pPr>
            <a:r>
              <a:rPr lang="en" sz="1050">
                <a:highlight>
                  <a:schemeClr val="dk1"/>
                </a:highlight>
              </a:rPr>
              <a:t>Opens up possibilities for future production scaling into a more complex disease detection algorithm.</a:t>
            </a:r>
            <a:endParaRPr sz="1050">
              <a:highlight>
                <a:schemeClr val="dk1"/>
              </a:highlight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434343"/>
      </a:lt1>
      <a:dk2>
        <a:srgbClr val="B7B7B7"/>
      </a:dk2>
      <a:lt2>
        <a:srgbClr val="E7E7E7"/>
      </a:lt2>
      <a:accent1>
        <a:srgbClr val="007E6C"/>
      </a:accent1>
      <a:accent2>
        <a:srgbClr val="00E58E"/>
      </a:accent2>
      <a:accent3>
        <a:srgbClr val="CF94B4"/>
      </a:accent3>
      <a:accent4>
        <a:srgbClr val="F6B5D3"/>
      </a:accent4>
      <a:accent5>
        <a:srgbClr val="FFF269"/>
      </a:accent5>
      <a:accent6>
        <a:srgbClr val="F8ED89"/>
      </a:accent6>
      <a:hlink>
        <a:srgbClr val="FFFFFF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19</TotalTime>
  <Words>856</Words>
  <Application>Microsoft Office PowerPoint</Application>
  <PresentationFormat>On-screen Show (16:9)</PresentationFormat>
  <Paragraphs>271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4" baseType="lpstr">
      <vt:lpstr>Days One</vt:lpstr>
      <vt:lpstr>Space Grotesk Light</vt:lpstr>
      <vt:lpstr>Times New Roman</vt:lpstr>
      <vt:lpstr>Consolas</vt:lpstr>
      <vt:lpstr>Space Grotesk</vt:lpstr>
      <vt:lpstr>DM Sans</vt:lpstr>
      <vt:lpstr>Arial</vt:lpstr>
      <vt:lpstr>Space Grotesk Medium</vt:lpstr>
      <vt:lpstr>Simple Light</vt:lpstr>
      <vt:lpstr>HEART_ MAKER/BREAKER</vt:lpstr>
      <vt:lpstr>PowerPoint Presentation</vt:lpstr>
      <vt:lpstr>10000 rows × 21 columns   Numeric Features ['Age', 'Blood Pressure', 'Cholesterol Level', 'BMI', 'Sleep Hours', 'Triglyceride Level', 'Fasting Blood Sugar', 'CRP Level', 'Homocysteine Level']    Categorical Features ['Gender', 'Exercise Habits', 'Smoking', 'Family Heart Disease', 'Diabetes', 'High Blood Pressure', 'Low HDL Cholesterol', 'High LDL Cholesterol', 'Alcohol Consumption', 'Stress Level', 'Sugar Consumption’]    Label (Imbalanced) Heart Disease Status:   'No': 8000 (80.00%)   'Yes': 2000 (20.00%)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Which ML approaches fits our disease prediction problem the best?   Original Hypothesis:   Likely between Random Forest,   Logistic Regression, and  SVM  Term Project Approach:   Obtain understanding of dataset, EDA Preprocess data, columns to drop, fill missing values Split train/test data, stratify=Yes Run baseline models &amp; tune hyperparameters, GridSearchCV Assess tuned models for each approach,  recall Have fun, feature ablation  Current Findings:  SGD model is giving us the best recall fit for our dataset.  SGD is best at large-scale, streaming EHR (electronic health record) data but requires extensive tuning and data preprocessing.  Opens up possibilities for future production scaling into a more complex disease detection algorithm.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Adnan Ahmed</cp:lastModifiedBy>
  <cp:revision>4</cp:revision>
  <dcterms:modified xsi:type="dcterms:W3CDTF">2026-10-06T17:57:34Z</dcterms:modified>
</cp:coreProperties>
</file>